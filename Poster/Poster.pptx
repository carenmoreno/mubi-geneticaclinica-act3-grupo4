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15119350" cy="21383625"/>
  <p:notesSz cx="6858000" cy="9144000"/>
  <p:embeddedFontLst>
    <p:embeddedFont>
      <p:font typeface="Play" panose="020B0604020202020204" charset="0"/>
      <p:regular r:id="rId4"/>
      <p:bold r:id="rId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6163EC6-22CE-4894-9F40-FEFF3DF6B1D8}">
  <a:tblStyle styleId="{E6163EC6-22CE-4894-9F40-FEFF3DF6B1D8}"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7" d="100"/>
          <a:sy n="77" d="100"/>
        </p:scale>
        <p:origin x="-516" y="-43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font" Target="fonts/font2.fntdata"/><Relationship Id="rId4" Type="http://schemas.openxmlformats.org/officeDocument/2006/relationships/font" Target="fonts/font1.fntdata"/><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2216150" y="685800"/>
            <a:ext cx="24257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133951" y="3499590"/>
            <a:ext cx="12851448" cy="7444669"/>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9921"/>
              <a:buFont typeface="Play"/>
              <a:buNone/>
              <a:defRPr sz="992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889919" y="11231355"/>
            <a:ext cx="11339513" cy="516275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654"/>
              </a:spcBef>
              <a:spcAft>
                <a:spcPts val="0"/>
              </a:spcAft>
              <a:buClr>
                <a:schemeClr val="dk1"/>
              </a:buClr>
              <a:buSzPts val="3968"/>
              <a:buNone/>
              <a:defRPr sz="3968"/>
            </a:lvl1pPr>
            <a:lvl2pPr lvl="1" algn="ctr">
              <a:lnSpc>
                <a:spcPct val="90000"/>
              </a:lnSpc>
              <a:spcBef>
                <a:spcPts val="827"/>
              </a:spcBef>
              <a:spcAft>
                <a:spcPts val="0"/>
              </a:spcAft>
              <a:buClr>
                <a:schemeClr val="dk1"/>
              </a:buClr>
              <a:buSzPts val="3307"/>
              <a:buNone/>
              <a:defRPr sz="3307"/>
            </a:lvl2pPr>
            <a:lvl3pPr lvl="2" algn="ctr">
              <a:lnSpc>
                <a:spcPct val="90000"/>
              </a:lnSpc>
              <a:spcBef>
                <a:spcPts val="827"/>
              </a:spcBef>
              <a:spcAft>
                <a:spcPts val="0"/>
              </a:spcAft>
              <a:buClr>
                <a:schemeClr val="dk1"/>
              </a:buClr>
              <a:buSzPts val="2976"/>
              <a:buNone/>
              <a:defRPr sz="2976"/>
            </a:lvl3pPr>
            <a:lvl4pPr lvl="3" algn="ctr">
              <a:lnSpc>
                <a:spcPct val="90000"/>
              </a:lnSpc>
              <a:spcBef>
                <a:spcPts val="827"/>
              </a:spcBef>
              <a:spcAft>
                <a:spcPts val="0"/>
              </a:spcAft>
              <a:buClr>
                <a:schemeClr val="dk1"/>
              </a:buClr>
              <a:buSzPts val="2646"/>
              <a:buNone/>
              <a:defRPr sz="2646"/>
            </a:lvl4pPr>
            <a:lvl5pPr lvl="4" algn="ctr">
              <a:lnSpc>
                <a:spcPct val="90000"/>
              </a:lnSpc>
              <a:spcBef>
                <a:spcPts val="827"/>
              </a:spcBef>
              <a:spcAft>
                <a:spcPts val="0"/>
              </a:spcAft>
              <a:buClr>
                <a:schemeClr val="dk1"/>
              </a:buClr>
              <a:buSzPts val="2646"/>
              <a:buNone/>
              <a:defRPr sz="2646"/>
            </a:lvl5pPr>
            <a:lvl6pPr lvl="5" algn="ctr">
              <a:lnSpc>
                <a:spcPct val="90000"/>
              </a:lnSpc>
              <a:spcBef>
                <a:spcPts val="827"/>
              </a:spcBef>
              <a:spcAft>
                <a:spcPts val="0"/>
              </a:spcAft>
              <a:buClr>
                <a:schemeClr val="dk1"/>
              </a:buClr>
              <a:buSzPts val="2646"/>
              <a:buNone/>
              <a:defRPr sz="2646"/>
            </a:lvl6pPr>
            <a:lvl7pPr lvl="6" algn="ctr">
              <a:lnSpc>
                <a:spcPct val="90000"/>
              </a:lnSpc>
              <a:spcBef>
                <a:spcPts val="827"/>
              </a:spcBef>
              <a:spcAft>
                <a:spcPts val="0"/>
              </a:spcAft>
              <a:buClr>
                <a:schemeClr val="dk1"/>
              </a:buClr>
              <a:buSzPts val="2646"/>
              <a:buNone/>
              <a:defRPr sz="2646"/>
            </a:lvl7pPr>
            <a:lvl8pPr lvl="7" algn="ctr">
              <a:lnSpc>
                <a:spcPct val="90000"/>
              </a:lnSpc>
              <a:spcBef>
                <a:spcPts val="827"/>
              </a:spcBef>
              <a:spcAft>
                <a:spcPts val="0"/>
              </a:spcAft>
              <a:buClr>
                <a:schemeClr val="dk1"/>
              </a:buClr>
              <a:buSzPts val="2646"/>
              <a:buNone/>
              <a:defRPr sz="2646"/>
            </a:lvl8pPr>
            <a:lvl9pPr lvl="8" algn="ctr">
              <a:lnSpc>
                <a:spcPct val="90000"/>
              </a:lnSpc>
              <a:spcBef>
                <a:spcPts val="827"/>
              </a:spcBef>
              <a:spcAft>
                <a:spcPts val="0"/>
              </a:spcAft>
              <a:buClr>
                <a:schemeClr val="dk1"/>
              </a:buClr>
              <a:buSzPts val="2646"/>
              <a:buNone/>
              <a:defRPr sz="2646"/>
            </a:lvl9pPr>
          </a:lstStyle>
          <a:p>
            <a:endParaRPr/>
          </a:p>
        </p:txBody>
      </p:sp>
      <p:sp>
        <p:nvSpPr>
          <p:cNvPr id="14" name="Google Shape;14;p2"/>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1039456" y="1138485"/>
            <a:ext cx="13040439" cy="413317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1039456" y="5692400"/>
            <a:ext cx="13040439" cy="135677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654"/>
              </a:spcBef>
              <a:spcAft>
                <a:spcPts val="0"/>
              </a:spcAft>
              <a:buClr>
                <a:schemeClr val="dk1"/>
              </a:buClr>
              <a:buSzPts val="1800"/>
              <a:buChar char="•"/>
              <a:defRPr/>
            </a:lvl1pPr>
            <a:lvl2pPr marL="914400" lvl="1" indent="-342900" algn="l">
              <a:lnSpc>
                <a:spcPct val="90000"/>
              </a:lnSpc>
              <a:spcBef>
                <a:spcPts val="827"/>
              </a:spcBef>
              <a:spcAft>
                <a:spcPts val="0"/>
              </a:spcAft>
              <a:buClr>
                <a:schemeClr val="dk1"/>
              </a:buClr>
              <a:buSzPts val="1800"/>
              <a:buChar char="•"/>
              <a:defRPr/>
            </a:lvl2pPr>
            <a:lvl3pPr marL="1371600" lvl="2" indent="-342900" algn="l">
              <a:lnSpc>
                <a:spcPct val="90000"/>
              </a:lnSpc>
              <a:spcBef>
                <a:spcPts val="827"/>
              </a:spcBef>
              <a:spcAft>
                <a:spcPts val="0"/>
              </a:spcAft>
              <a:buClr>
                <a:schemeClr val="dk1"/>
              </a:buClr>
              <a:buSzPts val="1800"/>
              <a:buChar char="•"/>
              <a:defRPr/>
            </a:lvl3pPr>
            <a:lvl4pPr marL="1828800" lvl="3" indent="-342900" algn="l">
              <a:lnSpc>
                <a:spcPct val="90000"/>
              </a:lnSpc>
              <a:spcBef>
                <a:spcPts val="827"/>
              </a:spcBef>
              <a:spcAft>
                <a:spcPts val="0"/>
              </a:spcAft>
              <a:buClr>
                <a:schemeClr val="dk1"/>
              </a:buClr>
              <a:buSzPts val="1800"/>
              <a:buChar char="•"/>
              <a:defRPr/>
            </a:lvl4pPr>
            <a:lvl5pPr marL="2286000" lvl="4" indent="-342900" algn="l">
              <a:lnSpc>
                <a:spcPct val="90000"/>
              </a:lnSpc>
              <a:spcBef>
                <a:spcPts val="827"/>
              </a:spcBef>
              <a:spcAft>
                <a:spcPts val="0"/>
              </a:spcAft>
              <a:buClr>
                <a:schemeClr val="dk1"/>
              </a:buClr>
              <a:buSzPts val="1800"/>
              <a:buChar char="•"/>
              <a:defRPr/>
            </a:lvl5pPr>
            <a:lvl6pPr marL="2743200" lvl="5" indent="-342900" algn="l">
              <a:lnSpc>
                <a:spcPct val="90000"/>
              </a:lnSpc>
              <a:spcBef>
                <a:spcPts val="827"/>
              </a:spcBef>
              <a:spcAft>
                <a:spcPts val="0"/>
              </a:spcAft>
              <a:buClr>
                <a:schemeClr val="dk1"/>
              </a:buClr>
              <a:buSzPts val="1800"/>
              <a:buChar char="•"/>
              <a:defRPr/>
            </a:lvl6pPr>
            <a:lvl7pPr marL="3200400" lvl="6" indent="-342900" algn="l">
              <a:lnSpc>
                <a:spcPct val="90000"/>
              </a:lnSpc>
              <a:spcBef>
                <a:spcPts val="827"/>
              </a:spcBef>
              <a:spcAft>
                <a:spcPts val="0"/>
              </a:spcAft>
              <a:buClr>
                <a:schemeClr val="dk1"/>
              </a:buClr>
              <a:buSzPts val="1800"/>
              <a:buChar char="•"/>
              <a:defRPr/>
            </a:lvl7pPr>
            <a:lvl8pPr marL="3657600" lvl="7" indent="-342900" algn="l">
              <a:lnSpc>
                <a:spcPct val="90000"/>
              </a:lnSpc>
              <a:spcBef>
                <a:spcPts val="827"/>
              </a:spcBef>
              <a:spcAft>
                <a:spcPts val="0"/>
              </a:spcAft>
              <a:buClr>
                <a:schemeClr val="dk1"/>
              </a:buClr>
              <a:buSzPts val="1800"/>
              <a:buChar char="•"/>
              <a:defRPr/>
            </a:lvl8pPr>
            <a:lvl9pPr marL="4114800" lvl="8" indent="-342900" algn="l">
              <a:lnSpc>
                <a:spcPct val="90000"/>
              </a:lnSpc>
              <a:spcBef>
                <a:spcPts val="827"/>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1031582" y="5331063"/>
            <a:ext cx="13040439" cy="889499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921"/>
              <a:buFont typeface="Play"/>
              <a:buNone/>
              <a:defRPr sz="992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1031582" y="14310205"/>
            <a:ext cx="13040439" cy="467766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654"/>
              </a:spcBef>
              <a:spcAft>
                <a:spcPts val="0"/>
              </a:spcAft>
              <a:buClr>
                <a:srgbClr val="757575"/>
              </a:buClr>
              <a:buSzPts val="3968"/>
              <a:buNone/>
              <a:defRPr sz="3968">
                <a:solidFill>
                  <a:srgbClr val="757575"/>
                </a:solidFill>
              </a:defRPr>
            </a:lvl1pPr>
            <a:lvl2pPr marL="914400" lvl="1" indent="-228600" algn="l">
              <a:lnSpc>
                <a:spcPct val="90000"/>
              </a:lnSpc>
              <a:spcBef>
                <a:spcPts val="827"/>
              </a:spcBef>
              <a:spcAft>
                <a:spcPts val="0"/>
              </a:spcAft>
              <a:buClr>
                <a:srgbClr val="757575"/>
              </a:buClr>
              <a:buSzPts val="3307"/>
              <a:buNone/>
              <a:defRPr sz="3307">
                <a:solidFill>
                  <a:srgbClr val="757575"/>
                </a:solidFill>
              </a:defRPr>
            </a:lvl2pPr>
            <a:lvl3pPr marL="1371600" lvl="2" indent="-228600" algn="l">
              <a:lnSpc>
                <a:spcPct val="90000"/>
              </a:lnSpc>
              <a:spcBef>
                <a:spcPts val="827"/>
              </a:spcBef>
              <a:spcAft>
                <a:spcPts val="0"/>
              </a:spcAft>
              <a:buClr>
                <a:srgbClr val="757575"/>
              </a:buClr>
              <a:buSzPts val="2976"/>
              <a:buNone/>
              <a:defRPr sz="2976">
                <a:solidFill>
                  <a:srgbClr val="757575"/>
                </a:solidFill>
              </a:defRPr>
            </a:lvl3pPr>
            <a:lvl4pPr marL="1828800" lvl="3" indent="-228600" algn="l">
              <a:lnSpc>
                <a:spcPct val="90000"/>
              </a:lnSpc>
              <a:spcBef>
                <a:spcPts val="827"/>
              </a:spcBef>
              <a:spcAft>
                <a:spcPts val="0"/>
              </a:spcAft>
              <a:buClr>
                <a:srgbClr val="757575"/>
              </a:buClr>
              <a:buSzPts val="2646"/>
              <a:buNone/>
              <a:defRPr sz="2646">
                <a:solidFill>
                  <a:srgbClr val="757575"/>
                </a:solidFill>
              </a:defRPr>
            </a:lvl4pPr>
            <a:lvl5pPr marL="2286000" lvl="4" indent="-228600" algn="l">
              <a:lnSpc>
                <a:spcPct val="90000"/>
              </a:lnSpc>
              <a:spcBef>
                <a:spcPts val="827"/>
              </a:spcBef>
              <a:spcAft>
                <a:spcPts val="0"/>
              </a:spcAft>
              <a:buClr>
                <a:srgbClr val="757575"/>
              </a:buClr>
              <a:buSzPts val="2646"/>
              <a:buNone/>
              <a:defRPr sz="2646">
                <a:solidFill>
                  <a:srgbClr val="757575"/>
                </a:solidFill>
              </a:defRPr>
            </a:lvl5pPr>
            <a:lvl6pPr marL="2743200" lvl="5" indent="-228600" algn="l">
              <a:lnSpc>
                <a:spcPct val="90000"/>
              </a:lnSpc>
              <a:spcBef>
                <a:spcPts val="827"/>
              </a:spcBef>
              <a:spcAft>
                <a:spcPts val="0"/>
              </a:spcAft>
              <a:buClr>
                <a:srgbClr val="757575"/>
              </a:buClr>
              <a:buSzPts val="2646"/>
              <a:buNone/>
              <a:defRPr sz="2646">
                <a:solidFill>
                  <a:srgbClr val="757575"/>
                </a:solidFill>
              </a:defRPr>
            </a:lvl6pPr>
            <a:lvl7pPr marL="3200400" lvl="6" indent="-228600" algn="l">
              <a:lnSpc>
                <a:spcPct val="90000"/>
              </a:lnSpc>
              <a:spcBef>
                <a:spcPts val="827"/>
              </a:spcBef>
              <a:spcAft>
                <a:spcPts val="0"/>
              </a:spcAft>
              <a:buClr>
                <a:srgbClr val="757575"/>
              </a:buClr>
              <a:buSzPts val="2646"/>
              <a:buNone/>
              <a:defRPr sz="2646">
                <a:solidFill>
                  <a:srgbClr val="757575"/>
                </a:solidFill>
              </a:defRPr>
            </a:lvl7pPr>
            <a:lvl8pPr marL="3657600" lvl="7" indent="-228600" algn="l">
              <a:lnSpc>
                <a:spcPct val="90000"/>
              </a:lnSpc>
              <a:spcBef>
                <a:spcPts val="827"/>
              </a:spcBef>
              <a:spcAft>
                <a:spcPts val="0"/>
              </a:spcAft>
              <a:buClr>
                <a:srgbClr val="757575"/>
              </a:buClr>
              <a:buSzPts val="2646"/>
              <a:buNone/>
              <a:defRPr sz="2646">
                <a:solidFill>
                  <a:srgbClr val="757575"/>
                </a:solidFill>
              </a:defRPr>
            </a:lvl8pPr>
            <a:lvl9pPr marL="4114800" lvl="8" indent="-228600" algn="l">
              <a:lnSpc>
                <a:spcPct val="90000"/>
              </a:lnSpc>
              <a:spcBef>
                <a:spcPts val="827"/>
              </a:spcBef>
              <a:spcAft>
                <a:spcPts val="0"/>
              </a:spcAft>
              <a:buClr>
                <a:srgbClr val="757575"/>
              </a:buClr>
              <a:buSzPts val="2646"/>
              <a:buNone/>
              <a:defRPr sz="2646">
                <a:solidFill>
                  <a:srgbClr val="757575"/>
                </a:solidFill>
              </a:defRPr>
            </a:lvl9pPr>
          </a:lstStyle>
          <a:p>
            <a:endParaRPr/>
          </a:p>
        </p:txBody>
      </p:sp>
      <p:sp>
        <p:nvSpPr>
          <p:cNvPr id="26" name="Google Shape;26;p4"/>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1039456" y="1138485"/>
            <a:ext cx="13040439" cy="413317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1039455" y="5692400"/>
            <a:ext cx="6425724" cy="135677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654"/>
              </a:spcBef>
              <a:spcAft>
                <a:spcPts val="0"/>
              </a:spcAft>
              <a:buClr>
                <a:schemeClr val="dk1"/>
              </a:buClr>
              <a:buSzPts val="1800"/>
              <a:buChar char="•"/>
              <a:defRPr/>
            </a:lvl1pPr>
            <a:lvl2pPr marL="914400" lvl="1" indent="-342900" algn="l">
              <a:lnSpc>
                <a:spcPct val="90000"/>
              </a:lnSpc>
              <a:spcBef>
                <a:spcPts val="827"/>
              </a:spcBef>
              <a:spcAft>
                <a:spcPts val="0"/>
              </a:spcAft>
              <a:buClr>
                <a:schemeClr val="dk1"/>
              </a:buClr>
              <a:buSzPts val="1800"/>
              <a:buChar char="•"/>
              <a:defRPr/>
            </a:lvl2pPr>
            <a:lvl3pPr marL="1371600" lvl="2" indent="-342900" algn="l">
              <a:lnSpc>
                <a:spcPct val="90000"/>
              </a:lnSpc>
              <a:spcBef>
                <a:spcPts val="827"/>
              </a:spcBef>
              <a:spcAft>
                <a:spcPts val="0"/>
              </a:spcAft>
              <a:buClr>
                <a:schemeClr val="dk1"/>
              </a:buClr>
              <a:buSzPts val="1800"/>
              <a:buChar char="•"/>
              <a:defRPr/>
            </a:lvl3pPr>
            <a:lvl4pPr marL="1828800" lvl="3" indent="-342900" algn="l">
              <a:lnSpc>
                <a:spcPct val="90000"/>
              </a:lnSpc>
              <a:spcBef>
                <a:spcPts val="827"/>
              </a:spcBef>
              <a:spcAft>
                <a:spcPts val="0"/>
              </a:spcAft>
              <a:buClr>
                <a:schemeClr val="dk1"/>
              </a:buClr>
              <a:buSzPts val="1800"/>
              <a:buChar char="•"/>
              <a:defRPr/>
            </a:lvl4pPr>
            <a:lvl5pPr marL="2286000" lvl="4" indent="-342900" algn="l">
              <a:lnSpc>
                <a:spcPct val="90000"/>
              </a:lnSpc>
              <a:spcBef>
                <a:spcPts val="827"/>
              </a:spcBef>
              <a:spcAft>
                <a:spcPts val="0"/>
              </a:spcAft>
              <a:buClr>
                <a:schemeClr val="dk1"/>
              </a:buClr>
              <a:buSzPts val="1800"/>
              <a:buChar char="•"/>
              <a:defRPr/>
            </a:lvl5pPr>
            <a:lvl6pPr marL="2743200" lvl="5" indent="-342900" algn="l">
              <a:lnSpc>
                <a:spcPct val="90000"/>
              </a:lnSpc>
              <a:spcBef>
                <a:spcPts val="827"/>
              </a:spcBef>
              <a:spcAft>
                <a:spcPts val="0"/>
              </a:spcAft>
              <a:buClr>
                <a:schemeClr val="dk1"/>
              </a:buClr>
              <a:buSzPts val="1800"/>
              <a:buChar char="•"/>
              <a:defRPr/>
            </a:lvl6pPr>
            <a:lvl7pPr marL="3200400" lvl="6" indent="-342900" algn="l">
              <a:lnSpc>
                <a:spcPct val="90000"/>
              </a:lnSpc>
              <a:spcBef>
                <a:spcPts val="827"/>
              </a:spcBef>
              <a:spcAft>
                <a:spcPts val="0"/>
              </a:spcAft>
              <a:buClr>
                <a:schemeClr val="dk1"/>
              </a:buClr>
              <a:buSzPts val="1800"/>
              <a:buChar char="•"/>
              <a:defRPr/>
            </a:lvl7pPr>
            <a:lvl8pPr marL="3657600" lvl="7" indent="-342900" algn="l">
              <a:lnSpc>
                <a:spcPct val="90000"/>
              </a:lnSpc>
              <a:spcBef>
                <a:spcPts val="827"/>
              </a:spcBef>
              <a:spcAft>
                <a:spcPts val="0"/>
              </a:spcAft>
              <a:buClr>
                <a:schemeClr val="dk1"/>
              </a:buClr>
              <a:buSzPts val="1800"/>
              <a:buChar char="•"/>
              <a:defRPr/>
            </a:lvl8pPr>
            <a:lvl9pPr marL="4114800" lvl="8" indent="-342900" algn="l">
              <a:lnSpc>
                <a:spcPct val="90000"/>
              </a:lnSpc>
              <a:spcBef>
                <a:spcPts val="827"/>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7654171" y="5692400"/>
            <a:ext cx="6425724" cy="135677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654"/>
              </a:spcBef>
              <a:spcAft>
                <a:spcPts val="0"/>
              </a:spcAft>
              <a:buClr>
                <a:schemeClr val="dk1"/>
              </a:buClr>
              <a:buSzPts val="1800"/>
              <a:buChar char="•"/>
              <a:defRPr/>
            </a:lvl1pPr>
            <a:lvl2pPr marL="914400" lvl="1" indent="-342900" algn="l">
              <a:lnSpc>
                <a:spcPct val="90000"/>
              </a:lnSpc>
              <a:spcBef>
                <a:spcPts val="827"/>
              </a:spcBef>
              <a:spcAft>
                <a:spcPts val="0"/>
              </a:spcAft>
              <a:buClr>
                <a:schemeClr val="dk1"/>
              </a:buClr>
              <a:buSzPts val="1800"/>
              <a:buChar char="•"/>
              <a:defRPr/>
            </a:lvl2pPr>
            <a:lvl3pPr marL="1371600" lvl="2" indent="-342900" algn="l">
              <a:lnSpc>
                <a:spcPct val="90000"/>
              </a:lnSpc>
              <a:spcBef>
                <a:spcPts val="827"/>
              </a:spcBef>
              <a:spcAft>
                <a:spcPts val="0"/>
              </a:spcAft>
              <a:buClr>
                <a:schemeClr val="dk1"/>
              </a:buClr>
              <a:buSzPts val="1800"/>
              <a:buChar char="•"/>
              <a:defRPr/>
            </a:lvl3pPr>
            <a:lvl4pPr marL="1828800" lvl="3" indent="-342900" algn="l">
              <a:lnSpc>
                <a:spcPct val="90000"/>
              </a:lnSpc>
              <a:spcBef>
                <a:spcPts val="827"/>
              </a:spcBef>
              <a:spcAft>
                <a:spcPts val="0"/>
              </a:spcAft>
              <a:buClr>
                <a:schemeClr val="dk1"/>
              </a:buClr>
              <a:buSzPts val="1800"/>
              <a:buChar char="•"/>
              <a:defRPr/>
            </a:lvl4pPr>
            <a:lvl5pPr marL="2286000" lvl="4" indent="-342900" algn="l">
              <a:lnSpc>
                <a:spcPct val="90000"/>
              </a:lnSpc>
              <a:spcBef>
                <a:spcPts val="827"/>
              </a:spcBef>
              <a:spcAft>
                <a:spcPts val="0"/>
              </a:spcAft>
              <a:buClr>
                <a:schemeClr val="dk1"/>
              </a:buClr>
              <a:buSzPts val="1800"/>
              <a:buChar char="•"/>
              <a:defRPr/>
            </a:lvl5pPr>
            <a:lvl6pPr marL="2743200" lvl="5" indent="-342900" algn="l">
              <a:lnSpc>
                <a:spcPct val="90000"/>
              </a:lnSpc>
              <a:spcBef>
                <a:spcPts val="827"/>
              </a:spcBef>
              <a:spcAft>
                <a:spcPts val="0"/>
              </a:spcAft>
              <a:buClr>
                <a:schemeClr val="dk1"/>
              </a:buClr>
              <a:buSzPts val="1800"/>
              <a:buChar char="•"/>
              <a:defRPr/>
            </a:lvl6pPr>
            <a:lvl7pPr marL="3200400" lvl="6" indent="-342900" algn="l">
              <a:lnSpc>
                <a:spcPct val="90000"/>
              </a:lnSpc>
              <a:spcBef>
                <a:spcPts val="827"/>
              </a:spcBef>
              <a:spcAft>
                <a:spcPts val="0"/>
              </a:spcAft>
              <a:buClr>
                <a:schemeClr val="dk1"/>
              </a:buClr>
              <a:buSzPts val="1800"/>
              <a:buChar char="•"/>
              <a:defRPr/>
            </a:lvl7pPr>
            <a:lvl8pPr marL="3657600" lvl="7" indent="-342900" algn="l">
              <a:lnSpc>
                <a:spcPct val="90000"/>
              </a:lnSpc>
              <a:spcBef>
                <a:spcPts val="827"/>
              </a:spcBef>
              <a:spcAft>
                <a:spcPts val="0"/>
              </a:spcAft>
              <a:buClr>
                <a:schemeClr val="dk1"/>
              </a:buClr>
              <a:buSzPts val="1800"/>
              <a:buChar char="•"/>
              <a:defRPr/>
            </a:lvl8pPr>
            <a:lvl9pPr marL="4114800" lvl="8" indent="-342900" algn="l">
              <a:lnSpc>
                <a:spcPct val="90000"/>
              </a:lnSpc>
              <a:spcBef>
                <a:spcPts val="827"/>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1041425" y="1138485"/>
            <a:ext cx="13040439" cy="413317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1041426" y="5241960"/>
            <a:ext cx="6396193" cy="2569003"/>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654"/>
              </a:spcBef>
              <a:spcAft>
                <a:spcPts val="0"/>
              </a:spcAft>
              <a:buClr>
                <a:schemeClr val="dk1"/>
              </a:buClr>
              <a:buSzPts val="3968"/>
              <a:buNone/>
              <a:defRPr sz="3968" b="1"/>
            </a:lvl1pPr>
            <a:lvl2pPr marL="914400" lvl="1" indent="-228600" algn="l">
              <a:lnSpc>
                <a:spcPct val="90000"/>
              </a:lnSpc>
              <a:spcBef>
                <a:spcPts val="827"/>
              </a:spcBef>
              <a:spcAft>
                <a:spcPts val="0"/>
              </a:spcAft>
              <a:buClr>
                <a:schemeClr val="dk1"/>
              </a:buClr>
              <a:buSzPts val="3307"/>
              <a:buNone/>
              <a:defRPr sz="3307" b="1"/>
            </a:lvl2pPr>
            <a:lvl3pPr marL="1371600" lvl="2" indent="-228600" algn="l">
              <a:lnSpc>
                <a:spcPct val="90000"/>
              </a:lnSpc>
              <a:spcBef>
                <a:spcPts val="827"/>
              </a:spcBef>
              <a:spcAft>
                <a:spcPts val="0"/>
              </a:spcAft>
              <a:buClr>
                <a:schemeClr val="dk1"/>
              </a:buClr>
              <a:buSzPts val="2976"/>
              <a:buNone/>
              <a:defRPr sz="2976" b="1"/>
            </a:lvl3pPr>
            <a:lvl4pPr marL="1828800" lvl="3" indent="-228600" algn="l">
              <a:lnSpc>
                <a:spcPct val="90000"/>
              </a:lnSpc>
              <a:spcBef>
                <a:spcPts val="827"/>
              </a:spcBef>
              <a:spcAft>
                <a:spcPts val="0"/>
              </a:spcAft>
              <a:buClr>
                <a:schemeClr val="dk1"/>
              </a:buClr>
              <a:buSzPts val="2646"/>
              <a:buNone/>
              <a:defRPr sz="2646" b="1"/>
            </a:lvl4pPr>
            <a:lvl5pPr marL="2286000" lvl="4" indent="-228600" algn="l">
              <a:lnSpc>
                <a:spcPct val="90000"/>
              </a:lnSpc>
              <a:spcBef>
                <a:spcPts val="827"/>
              </a:spcBef>
              <a:spcAft>
                <a:spcPts val="0"/>
              </a:spcAft>
              <a:buClr>
                <a:schemeClr val="dk1"/>
              </a:buClr>
              <a:buSzPts val="2646"/>
              <a:buNone/>
              <a:defRPr sz="2646" b="1"/>
            </a:lvl5pPr>
            <a:lvl6pPr marL="2743200" lvl="5" indent="-228600" algn="l">
              <a:lnSpc>
                <a:spcPct val="90000"/>
              </a:lnSpc>
              <a:spcBef>
                <a:spcPts val="827"/>
              </a:spcBef>
              <a:spcAft>
                <a:spcPts val="0"/>
              </a:spcAft>
              <a:buClr>
                <a:schemeClr val="dk1"/>
              </a:buClr>
              <a:buSzPts val="2646"/>
              <a:buNone/>
              <a:defRPr sz="2646" b="1"/>
            </a:lvl6pPr>
            <a:lvl7pPr marL="3200400" lvl="6" indent="-228600" algn="l">
              <a:lnSpc>
                <a:spcPct val="90000"/>
              </a:lnSpc>
              <a:spcBef>
                <a:spcPts val="827"/>
              </a:spcBef>
              <a:spcAft>
                <a:spcPts val="0"/>
              </a:spcAft>
              <a:buClr>
                <a:schemeClr val="dk1"/>
              </a:buClr>
              <a:buSzPts val="2646"/>
              <a:buNone/>
              <a:defRPr sz="2646" b="1"/>
            </a:lvl7pPr>
            <a:lvl8pPr marL="3657600" lvl="7" indent="-228600" algn="l">
              <a:lnSpc>
                <a:spcPct val="90000"/>
              </a:lnSpc>
              <a:spcBef>
                <a:spcPts val="827"/>
              </a:spcBef>
              <a:spcAft>
                <a:spcPts val="0"/>
              </a:spcAft>
              <a:buClr>
                <a:schemeClr val="dk1"/>
              </a:buClr>
              <a:buSzPts val="2646"/>
              <a:buNone/>
              <a:defRPr sz="2646" b="1"/>
            </a:lvl8pPr>
            <a:lvl9pPr marL="4114800" lvl="8" indent="-228600" algn="l">
              <a:lnSpc>
                <a:spcPct val="90000"/>
              </a:lnSpc>
              <a:spcBef>
                <a:spcPts val="827"/>
              </a:spcBef>
              <a:spcAft>
                <a:spcPts val="0"/>
              </a:spcAft>
              <a:buClr>
                <a:schemeClr val="dk1"/>
              </a:buClr>
              <a:buSzPts val="2646"/>
              <a:buNone/>
              <a:defRPr sz="2646" b="1"/>
            </a:lvl9pPr>
          </a:lstStyle>
          <a:p>
            <a:endParaRPr/>
          </a:p>
        </p:txBody>
      </p:sp>
      <p:sp>
        <p:nvSpPr>
          <p:cNvPr id="39" name="Google Shape;39;p6"/>
          <p:cNvSpPr txBox="1">
            <a:spLocks noGrp="1"/>
          </p:cNvSpPr>
          <p:nvPr>
            <p:ph type="body" idx="2"/>
          </p:nvPr>
        </p:nvSpPr>
        <p:spPr>
          <a:xfrm>
            <a:off x="1041426" y="7810963"/>
            <a:ext cx="6396193" cy="114887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654"/>
              </a:spcBef>
              <a:spcAft>
                <a:spcPts val="0"/>
              </a:spcAft>
              <a:buClr>
                <a:schemeClr val="dk1"/>
              </a:buClr>
              <a:buSzPts val="1800"/>
              <a:buChar char="•"/>
              <a:defRPr/>
            </a:lvl1pPr>
            <a:lvl2pPr marL="914400" lvl="1" indent="-342900" algn="l">
              <a:lnSpc>
                <a:spcPct val="90000"/>
              </a:lnSpc>
              <a:spcBef>
                <a:spcPts val="827"/>
              </a:spcBef>
              <a:spcAft>
                <a:spcPts val="0"/>
              </a:spcAft>
              <a:buClr>
                <a:schemeClr val="dk1"/>
              </a:buClr>
              <a:buSzPts val="1800"/>
              <a:buChar char="•"/>
              <a:defRPr/>
            </a:lvl2pPr>
            <a:lvl3pPr marL="1371600" lvl="2" indent="-342900" algn="l">
              <a:lnSpc>
                <a:spcPct val="90000"/>
              </a:lnSpc>
              <a:spcBef>
                <a:spcPts val="827"/>
              </a:spcBef>
              <a:spcAft>
                <a:spcPts val="0"/>
              </a:spcAft>
              <a:buClr>
                <a:schemeClr val="dk1"/>
              </a:buClr>
              <a:buSzPts val="1800"/>
              <a:buChar char="•"/>
              <a:defRPr/>
            </a:lvl3pPr>
            <a:lvl4pPr marL="1828800" lvl="3" indent="-342900" algn="l">
              <a:lnSpc>
                <a:spcPct val="90000"/>
              </a:lnSpc>
              <a:spcBef>
                <a:spcPts val="827"/>
              </a:spcBef>
              <a:spcAft>
                <a:spcPts val="0"/>
              </a:spcAft>
              <a:buClr>
                <a:schemeClr val="dk1"/>
              </a:buClr>
              <a:buSzPts val="1800"/>
              <a:buChar char="•"/>
              <a:defRPr/>
            </a:lvl4pPr>
            <a:lvl5pPr marL="2286000" lvl="4" indent="-342900" algn="l">
              <a:lnSpc>
                <a:spcPct val="90000"/>
              </a:lnSpc>
              <a:spcBef>
                <a:spcPts val="827"/>
              </a:spcBef>
              <a:spcAft>
                <a:spcPts val="0"/>
              </a:spcAft>
              <a:buClr>
                <a:schemeClr val="dk1"/>
              </a:buClr>
              <a:buSzPts val="1800"/>
              <a:buChar char="•"/>
              <a:defRPr/>
            </a:lvl5pPr>
            <a:lvl6pPr marL="2743200" lvl="5" indent="-342900" algn="l">
              <a:lnSpc>
                <a:spcPct val="90000"/>
              </a:lnSpc>
              <a:spcBef>
                <a:spcPts val="827"/>
              </a:spcBef>
              <a:spcAft>
                <a:spcPts val="0"/>
              </a:spcAft>
              <a:buClr>
                <a:schemeClr val="dk1"/>
              </a:buClr>
              <a:buSzPts val="1800"/>
              <a:buChar char="•"/>
              <a:defRPr/>
            </a:lvl6pPr>
            <a:lvl7pPr marL="3200400" lvl="6" indent="-342900" algn="l">
              <a:lnSpc>
                <a:spcPct val="90000"/>
              </a:lnSpc>
              <a:spcBef>
                <a:spcPts val="827"/>
              </a:spcBef>
              <a:spcAft>
                <a:spcPts val="0"/>
              </a:spcAft>
              <a:buClr>
                <a:schemeClr val="dk1"/>
              </a:buClr>
              <a:buSzPts val="1800"/>
              <a:buChar char="•"/>
              <a:defRPr/>
            </a:lvl7pPr>
            <a:lvl8pPr marL="3657600" lvl="7" indent="-342900" algn="l">
              <a:lnSpc>
                <a:spcPct val="90000"/>
              </a:lnSpc>
              <a:spcBef>
                <a:spcPts val="827"/>
              </a:spcBef>
              <a:spcAft>
                <a:spcPts val="0"/>
              </a:spcAft>
              <a:buClr>
                <a:schemeClr val="dk1"/>
              </a:buClr>
              <a:buSzPts val="1800"/>
              <a:buChar char="•"/>
              <a:defRPr/>
            </a:lvl8pPr>
            <a:lvl9pPr marL="4114800" lvl="8" indent="-342900" algn="l">
              <a:lnSpc>
                <a:spcPct val="90000"/>
              </a:lnSpc>
              <a:spcBef>
                <a:spcPts val="827"/>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7654172" y="5241960"/>
            <a:ext cx="6427693" cy="2569003"/>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654"/>
              </a:spcBef>
              <a:spcAft>
                <a:spcPts val="0"/>
              </a:spcAft>
              <a:buClr>
                <a:schemeClr val="dk1"/>
              </a:buClr>
              <a:buSzPts val="3968"/>
              <a:buNone/>
              <a:defRPr sz="3968" b="1"/>
            </a:lvl1pPr>
            <a:lvl2pPr marL="914400" lvl="1" indent="-228600" algn="l">
              <a:lnSpc>
                <a:spcPct val="90000"/>
              </a:lnSpc>
              <a:spcBef>
                <a:spcPts val="827"/>
              </a:spcBef>
              <a:spcAft>
                <a:spcPts val="0"/>
              </a:spcAft>
              <a:buClr>
                <a:schemeClr val="dk1"/>
              </a:buClr>
              <a:buSzPts val="3307"/>
              <a:buNone/>
              <a:defRPr sz="3307" b="1"/>
            </a:lvl2pPr>
            <a:lvl3pPr marL="1371600" lvl="2" indent="-228600" algn="l">
              <a:lnSpc>
                <a:spcPct val="90000"/>
              </a:lnSpc>
              <a:spcBef>
                <a:spcPts val="827"/>
              </a:spcBef>
              <a:spcAft>
                <a:spcPts val="0"/>
              </a:spcAft>
              <a:buClr>
                <a:schemeClr val="dk1"/>
              </a:buClr>
              <a:buSzPts val="2976"/>
              <a:buNone/>
              <a:defRPr sz="2976" b="1"/>
            </a:lvl3pPr>
            <a:lvl4pPr marL="1828800" lvl="3" indent="-228600" algn="l">
              <a:lnSpc>
                <a:spcPct val="90000"/>
              </a:lnSpc>
              <a:spcBef>
                <a:spcPts val="827"/>
              </a:spcBef>
              <a:spcAft>
                <a:spcPts val="0"/>
              </a:spcAft>
              <a:buClr>
                <a:schemeClr val="dk1"/>
              </a:buClr>
              <a:buSzPts val="2646"/>
              <a:buNone/>
              <a:defRPr sz="2646" b="1"/>
            </a:lvl4pPr>
            <a:lvl5pPr marL="2286000" lvl="4" indent="-228600" algn="l">
              <a:lnSpc>
                <a:spcPct val="90000"/>
              </a:lnSpc>
              <a:spcBef>
                <a:spcPts val="827"/>
              </a:spcBef>
              <a:spcAft>
                <a:spcPts val="0"/>
              </a:spcAft>
              <a:buClr>
                <a:schemeClr val="dk1"/>
              </a:buClr>
              <a:buSzPts val="2646"/>
              <a:buNone/>
              <a:defRPr sz="2646" b="1"/>
            </a:lvl5pPr>
            <a:lvl6pPr marL="2743200" lvl="5" indent="-228600" algn="l">
              <a:lnSpc>
                <a:spcPct val="90000"/>
              </a:lnSpc>
              <a:spcBef>
                <a:spcPts val="827"/>
              </a:spcBef>
              <a:spcAft>
                <a:spcPts val="0"/>
              </a:spcAft>
              <a:buClr>
                <a:schemeClr val="dk1"/>
              </a:buClr>
              <a:buSzPts val="2646"/>
              <a:buNone/>
              <a:defRPr sz="2646" b="1"/>
            </a:lvl6pPr>
            <a:lvl7pPr marL="3200400" lvl="6" indent="-228600" algn="l">
              <a:lnSpc>
                <a:spcPct val="90000"/>
              </a:lnSpc>
              <a:spcBef>
                <a:spcPts val="827"/>
              </a:spcBef>
              <a:spcAft>
                <a:spcPts val="0"/>
              </a:spcAft>
              <a:buClr>
                <a:schemeClr val="dk1"/>
              </a:buClr>
              <a:buSzPts val="2646"/>
              <a:buNone/>
              <a:defRPr sz="2646" b="1"/>
            </a:lvl7pPr>
            <a:lvl8pPr marL="3657600" lvl="7" indent="-228600" algn="l">
              <a:lnSpc>
                <a:spcPct val="90000"/>
              </a:lnSpc>
              <a:spcBef>
                <a:spcPts val="827"/>
              </a:spcBef>
              <a:spcAft>
                <a:spcPts val="0"/>
              </a:spcAft>
              <a:buClr>
                <a:schemeClr val="dk1"/>
              </a:buClr>
              <a:buSzPts val="2646"/>
              <a:buNone/>
              <a:defRPr sz="2646" b="1"/>
            </a:lvl8pPr>
            <a:lvl9pPr marL="4114800" lvl="8" indent="-228600" algn="l">
              <a:lnSpc>
                <a:spcPct val="90000"/>
              </a:lnSpc>
              <a:spcBef>
                <a:spcPts val="827"/>
              </a:spcBef>
              <a:spcAft>
                <a:spcPts val="0"/>
              </a:spcAft>
              <a:buClr>
                <a:schemeClr val="dk1"/>
              </a:buClr>
              <a:buSzPts val="2646"/>
              <a:buNone/>
              <a:defRPr sz="2646" b="1"/>
            </a:lvl9pPr>
          </a:lstStyle>
          <a:p>
            <a:endParaRPr/>
          </a:p>
        </p:txBody>
      </p:sp>
      <p:sp>
        <p:nvSpPr>
          <p:cNvPr id="41" name="Google Shape;41;p6"/>
          <p:cNvSpPr txBox="1">
            <a:spLocks noGrp="1"/>
          </p:cNvSpPr>
          <p:nvPr>
            <p:ph type="body" idx="4"/>
          </p:nvPr>
        </p:nvSpPr>
        <p:spPr>
          <a:xfrm>
            <a:off x="7654172" y="7810963"/>
            <a:ext cx="6427693" cy="114887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654"/>
              </a:spcBef>
              <a:spcAft>
                <a:spcPts val="0"/>
              </a:spcAft>
              <a:buClr>
                <a:schemeClr val="dk1"/>
              </a:buClr>
              <a:buSzPts val="1800"/>
              <a:buChar char="•"/>
              <a:defRPr/>
            </a:lvl1pPr>
            <a:lvl2pPr marL="914400" lvl="1" indent="-342900" algn="l">
              <a:lnSpc>
                <a:spcPct val="90000"/>
              </a:lnSpc>
              <a:spcBef>
                <a:spcPts val="827"/>
              </a:spcBef>
              <a:spcAft>
                <a:spcPts val="0"/>
              </a:spcAft>
              <a:buClr>
                <a:schemeClr val="dk1"/>
              </a:buClr>
              <a:buSzPts val="1800"/>
              <a:buChar char="•"/>
              <a:defRPr/>
            </a:lvl2pPr>
            <a:lvl3pPr marL="1371600" lvl="2" indent="-342900" algn="l">
              <a:lnSpc>
                <a:spcPct val="90000"/>
              </a:lnSpc>
              <a:spcBef>
                <a:spcPts val="827"/>
              </a:spcBef>
              <a:spcAft>
                <a:spcPts val="0"/>
              </a:spcAft>
              <a:buClr>
                <a:schemeClr val="dk1"/>
              </a:buClr>
              <a:buSzPts val="1800"/>
              <a:buChar char="•"/>
              <a:defRPr/>
            </a:lvl3pPr>
            <a:lvl4pPr marL="1828800" lvl="3" indent="-342900" algn="l">
              <a:lnSpc>
                <a:spcPct val="90000"/>
              </a:lnSpc>
              <a:spcBef>
                <a:spcPts val="827"/>
              </a:spcBef>
              <a:spcAft>
                <a:spcPts val="0"/>
              </a:spcAft>
              <a:buClr>
                <a:schemeClr val="dk1"/>
              </a:buClr>
              <a:buSzPts val="1800"/>
              <a:buChar char="•"/>
              <a:defRPr/>
            </a:lvl4pPr>
            <a:lvl5pPr marL="2286000" lvl="4" indent="-342900" algn="l">
              <a:lnSpc>
                <a:spcPct val="90000"/>
              </a:lnSpc>
              <a:spcBef>
                <a:spcPts val="827"/>
              </a:spcBef>
              <a:spcAft>
                <a:spcPts val="0"/>
              </a:spcAft>
              <a:buClr>
                <a:schemeClr val="dk1"/>
              </a:buClr>
              <a:buSzPts val="1800"/>
              <a:buChar char="•"/>
              <a:defRPr/>
            </a:lvl5pPr>
            <a:lvl6pPr marL="2743200" lvl="5" indent="-342900" algn="l">
              <a:lnSpc>
                <a:spcPct val="90000"/>
              </a:lnSpc>
              <a:spcBef>
                <a:spcPts val="827"/>
              </a:spcBef>
              <a:spcAft>
                <a:spcPts val="0"/>
              </a:spcAft>
              <a:buClr>
                <a:schemeClr val="dk1"/>
              </a:buClr>
              <a:buSzPts val="1800"/>
              <a:buChar char="•"/>
              <a:defRPr/>
            </a:lvl6pPr>
            <a:lvl7pPr marL="3200400" lvl="6" indent="-342900" algn="l">
              <a:lnSpc>
                <a:spcPct val="90000"/>
              </a:lnSpc>
              <a:spcBef>
                <a:spcPts val="827"/>
              </a:spcBef>
              <a:spcAft>
                <a:spcPts val="0"/>
              </a:spcAft>
              <a:buClr>
                <a:schemeClr val="dk1"/>
              </a:buClr>
              <a:buSzPts val="1800"/>
              <a:buChar char="•"/>
              <a:defRPr/>
            </a:lvl7pPr>
            <a:lvl8pPr marL="3657600" lvl="7" indent="-342900" algn="l">
              <a:lnSpc>
                <a:spcPct val="90000"/>
              </a:lnSpc>
              <a:spcBef>
                <a:spcPts val="827"/>
              </a:spcBef>
              <a:spcAft>
                <a:spcPts val="0"/>
              </a:spcAft>
              <a:buClr>
                <a:schemeClr val="dk1"/>
              </a:buClr>
              <a:buSzPts val="1800"/>
              <a:buChar char="•"/>
              <a:defRPr/>
            </a:lvl8pPr>
            <a:lvl9pPr marL="4114800" lvl="8" indent="-342900" algn="l">
              <a:lnSpc>
                <a:spcPct val="90000"/>
              </a:lnSpc>
              <a:spcBef>
                <a:spcPts val="827"/>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1039456" y="1138485"/>
            <a:ext cx="13040439" cy="413317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1041425" y="1425575"/>
            <a:ext cx="4876384" cy="498951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5291"/>
              <a:buFont typeface="Play"/>
              <a:buNone/>
              <a:defRPr sz="529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6427693" y="3078850"/>
            <a:ext cx="7654171" cy="15196234"/>
          </a:xfrm>
          <a:prstGeom prst="rect">
            <a:avLst/>
          </a:prstGeom>
          <a:noFill/>
          <a:ln>
            <a:noFill/>
          </a:ln>
        </p:spPr>
        <p:txBody>
          <a:bodyPr spcFirstLastPara="1" wrap="square" lIns="91425" tIns="45700" rIns="91425" bIns="45700" anchor="t" anchorCtr="0">
            <a:normAutofit/>
          </a:bodyPr>
          <a:lstStyle>
            <a:lvl1pPr marL="457200" lvl="0" indent="-564579" algn="l">
              <a:lnSpc>
                <a:spcPct val="90000"/>
              </a:lnSpc>
              <a:spcBef>
                <a:spcPts val="1654"/>
              </a:spcBef>
              <a:spcAft>
                <a:spcPts val="0"/>
              </a:spcAft>
              <a:buClr>
                <a:schemeClr val="dk1"/>
              </a:buClr>
              <a:buSzPts val="5291"/>
              <a:buChar char="•"/>
              <a:defRPr sz="5291"/>
            </a:lvl1pPr>
            <a:lvl2pPr marL="914400" lvl="1" indent="-522605" algn="l">
              <a:lnSpc>
                <a:spcPct val="90000"/>
              </a:lnSpc>
              <a:spcBef>
                <a:spcPts val="827"/>
              </a:spcBef>
              <a:spcAft>
                <a:spcPts val="0"/>
              </a:spcAft>
              <a:buClr>
                <a:schemeClr val="dk1"/>
              </a:buClr>
              <a:buSzPts val="4630"/>
              <a:buChar char="•"/>
              <a:defRPr sz="4630"/>
            </a:lvl2pPr>
            <a:lvl3pPr marL="1371600" lvl="2" indent="-480568" algn="l">
              <a:lnSpc>
                <a:spcPct val="90000"/>
              </a:lnSpc>
              <a:spcBef>
                <a:spcPts val="827"/>
              </a:spcBef>
              <a:spcAft>
                <a:spcPts val="0"/>
              </a:spcAft>
              <a:buClr>
                <a:schemeClr val="dk1"/>
              </a:buClr>
              <a:buSzPts val="3968"/>
              <a:buChar char="•"/>
              <a:defRPr sz="3968"/>
            </a:lvl3pPr>
            <a:lvl4pPr marL="1828800" lvl="3" indent="-438595" algn="l">
              <a:lnSpc>
                <a:spcPct val="90000"/>
              </a:lnSpc>
              <a:spcBef>
                <a:spcPts val="827"/>
              </a:spcBef>
              <a:spcAft>
                <a:spcPts val="0"/>
              </a:spcAft>
              <a:buClr>
                <a:schemeClr val="dk1"/>
              </a:buClr>
              <a:buSzPts val="3307"/>
              <a:buChar char="•"/>
              <a:defRPr sz="3307"/>
            </a:lvl4pPr>
            <a:lvl5pPr marL="2286000" lvl="4" indent="-438595" algn="l">
              <a:lnSpc>
                <a:spcPct val="90000"/>
              </a:lnSpc>
              <a:spcBef>
                <a:spcPts val="827"/>
              </a:spcBef>
              <a:spcAft>
                <a:spcPts val="0"/>
              </a:spcAft>
              <a:buClr>
                <a:schemeClr val="dk1"/>
              </a:buClr>
              <a:buSzPts val="3307"/>
              <a:buChar char="•"/>
              <a:defRPr sz="3307"/>
            </a:lvl5pPr>
            <a:lvl6pPr marL="2743200" lvl="5" indent="-438595" algn="l">
              <a:lnSpc>
                <a:spcPct val="90000"/>
              </a:lnSpc>
              <a:spcBef>
                <a:spcPts val="827"/>
              </a:spcBef>
              <a:spcAft>
                <a:spcPts val="0"/>
              </a:spcAft>
              <a:buClr>
                <a:schemeClr val="dk1"/>
              </a:buClr>
              <a:buSzPts val="3307"/>
              <a:buChar char="•"/>
              <a:defRPr sz="3307"/>
            </a:lvl6pPr>
            <a:lvl7pPr marL="3200400" lvl="6" indent="-438595" algn="l">
              <a:lnSpc>
                <a:spcPct val="90000"/>
              </a:lnSpc>
              <a:spcBef>
                <a:spcPts val="827"/>
              </a:spcBef>
              <a:spcAft>
                <a:spcPts val="0"/>
              </a:spcAft>
              <a:buClr>
                <a:schemeClr val="dk1"/>
              </a:buClr>
              <a:buSzPts val="3307"/>
              <a:buChar char="•"/>
              <a:defRPr sz="3307"/>
            </a:lvl7pPr>
            <a:lvl8pPr marL="3657600" lvl="7" indent="-438595" algn="l">
              <a:lnSpc>
                <a:spcPct val="90000"/>
              </a:lnSpc>
              <a:spcBef>
                <a:spcPts val="827"/>
              </a:spcBef>
              <a:spcAft>
                <a:spcPts val="0"/>
              </a:spcAft>
              <a:buClr>
                <a:schemeClr val="dk1"/>
              </a:buClr>
              <a:buSzPts val="3307"/>
              <a:buChar char="•"/>
              <a:defRPr sz="3307"/>
            </a:lvl8pPr>
            <a:lvl9pPr marL="4114800" lvl="8" indent="-438595" algn="l">
              <a:lnSpc>
                <a:spcPct val="90000"/>
              </a:lnSpc>
              <a:spcBef>
                <a:spcPts val="827"/>
              </a:spcBef>
              <a:spcAft>
                <a:spcPts val="0"/>
              </a:spcAft>
              <a:buClr>
                <a:schemeClr val="dk1"/>
              </a:buClr>
              <a:buSzPts val="3307"/>
              <a:buChar char="•"/>
              <a:defRPr sz="3307"/>
            </a:lvl9pPr>
          </a:lstStyle>
          <a:p>
            <a:endParaRPr/>
          </a:p>
        </p:txBody>
      </p:sp>
      <p:sp>
        <p:nvSpPr>
          <p:cNvPr id="57" name="Google Shape;57;p9"/>
          <p:cNvSpPr txBox="1">
            <a:spLocks noGrp="1"/>
          </p:cNvSpPr>
          <p:nvPr>
            <p:ph type="body" idx="2"/>
          </p:nvPr>
        </p:nvSpPr>
        <p:spPr>
          <a:xfrm>
            <a:off x="1041425" y="6415088"/>
            <a:ext cx="4876384" cy="118847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654"/>
              </a:spcBef>
              <a:spcAft>
                <a:spcPts val="0"/>
              </a:spcAft>
              <a:buClr>
                <a:schemeClr val="dk1"/>
              </a:buClr>
              <a:buSzPts val="2646"/>
              <a:buNone/>
              <a:defRPr sz="2646"/>
            </a:lvl1pPr>
            <a:lvl2pPr marL="914400" lvl="1" indent="-228600" algn="l">
              <a:lnSpc>
                <a:spcPct val="90000"/>
              </a:lnSpc>
              <a:spcBef>
                <a:spcPts val="827"/>
              </a:spcBef>
              <a:spcAft>
                <a:spcPts val="0"/>
              </a:spcAft>
              <a:buClr>
                <a:schemeClr val="dk1"/>
              </a:buClr>
              <a:buSzPts val="2315"/>
              <a:buNone/>
              <a:defRPr sz="2315"/>
            </a:lvl2pPr>
            <a:lvl3pPr marL="1371600" lvl="2" indent="-228600" algn="l">
              <a:lnSpc>
                <a:spcPct val="90000"/>
              </a:lnSpc>
              <a:spcBef>
                <a:spcPts val="827"/>
              </a:spcBef>
              <a:spcAft>
                <a:spcPts val="0"/>
              </a:spcAft>
              <a:buClr>
                <a:schemeClr val="dk1"/>
              </a:buClr>
              <a:buSzPts val="1984"/>
              <a:buNone/>
              <a:defRPr sz="1984"/>
            </a:lvl3pPr>
            <a:lvl4pPr marL="1828800" lvl="3" indent="-228600" algn="l">
              <a:lnSpc>
                <a:spcPct val="90000"/>
              </a:lnSpc>
              <a:spcBef>
                <a:spcPts val="827"/>
              </a:spcBef>
              <a:spcAft>
                <a:spcPts val="0"/>
              </a:spcAft>
              <a:buClr>
                <a:schemeClr val="dk1"/>
              </a:buClr>
              <a:buSzPts val="1654"/>
              <a:buNone/>
              <a:defRPr sz="1654"/>
            </a:lvl4pPr>
            <a:lvl5pPr marL="2286000" lvl="4" indent="-228600" algn="l">
              <a:lnSpc>
                <a:spcPct val="90000"/>
              </a:lnSpc>
              <a:spcBef>
                <a:spcPts val="827"/>
              </a:spcBef>
              <a:spcAft>
                <a:spcPts val="0"/>
              </a:spcAft>
              <a:buClr>
                <a:schemeClr val="dk1"/>
              </a:buClr>
              <a:buSzPts val="1654"/>
              <a:buNone/>
              <a:defRPr sz="1654"/>
            </a:lvl5pPr>
            <a:lvl6pPr marL="2743200" lvl="5" indent="-228600" algn="l">
              <a:lnSpc>
                <a:spcPct val="90000"/>
              </a:lnSpc>
              <a:spcBef>
                <a:spcPts val="827"/>
              </a:spcBef>
              <a:spcAft>
                <a:spcPts val="0"/>
              </a:spcAft>
              <a:buClr>
                <a:schemeClr val="dk1"/>
              </a:buClr>
              <a:buSzPts val="1654"/>
              <a:buNone/>
              <a:defRPr sz="1654"/>
            </a:lvl6pPr>
            <a:lvl7pPr marL="3200400" lvl="6" indent="-228600" algn="l">
              <a:lnSpc>
                <a:spcPct val="90000"/>
              </a:lnSpc>
              <a:spcBef>
                <a:spcPts val="827"/>
              </a:spcBef>
              <a:spcAft>
                <a:spcPts val="0"/>
              </a:spcAft>
              <a:buClr>
                <a:schemeClr val="dk1"/>
              </a:buClr>
              <a:buSzPts val="1654"/>
              <a:buNone/>
              <a:defRPr sz="1654"/>
            </a:lvl7pPr>
            <a:lvl8pPr marL="3657600" lvl="7" indent="-228600" algn="l">
              <a:lnSpc>
                <a:spcPct val="90000"/>
              </a:lnSpc>
              <a:spcBef>
                <a:spcPts val="827"/>
              </a:spcBef>
              <a:spcAft>
                <a:spcPts val="0"/>
              </a:spcAft>
              <a:buClr>
                <a:schemeClr val="dk1"/>
              </a:buClr>
              <a:buSzPts val="1654"/>
              <a:buNone/>
              <a:defRPr sz="1654"/>
            </a:lvl8pPr>
            <a:lvl9pPr marL="4114800" lvl="8" indent="-228600" algn="l">
              <a:lnSpc>
                <a:spcPct val="90000"/>
              </a:lnSpc>
              <a:spcBef>
                <a:spcPts val="827"/>
              </a:spcBef>
              <a:spcAft>
                <a:spcPts val="0"/>
              </a:spcAft>
              <a:buClr>
                <a:schemeClr val="dk1"/>
              </a:buClr>
              <a:buSzPts val="1654"/>
              <a:buNone/>
              <a:defRPr sz="1654"/>
            </a:lvl9pPr>
          </a:lstStyle>
          <a:p>
            <a:endParaRPr/>
          </a:p>
        </p:txBody>
      </p:sp>
      <p:sp>
        <p:nvSpPr>
          <p:cNvPr id="58" name="Google Shape;58;p9"/>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041425" y="1425575"/>
            <a:ext cx="4876384" cy="498951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5291"/>
              <a:buFont typeface="Play"/>
              <a:buNone/>
              <a:defRPr sz="529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6427693" y="3078850"/>
            <a:ext cx="7654171" cy="15196234"/>
          </a:xfrm>
          <a:prstGeom prst="rect">
            <a:avLst/>
          </a:prstGeom>
          <a:noFill/>
          <a:ln>
            <a:noFill/>
          </a:ln>
        </p:spPr>
      </p:sp>
      <p:sp>
        <p:nvSpPr>
          <p:cNvPr id="64" name="Google Shape;64;p10"/>
          <p:cNvSpPr txBox="1">
            <a:spLocks noGrp="1"/>
          </p:cNvSpPr>
          <p:nvPr>
            <p:ph type="body" idx="1"/>
          </p:nvPr>
        </p:nvSpPr>
        <p:spPr>
          <a:xfrm>
            <a:off x="1041425" y="6415088"/>
            <a:ext cx="4876384" cy="118847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654"/>
              </a:spcBef>
              <a:spcAft>
                <a:spcPts val="0"/>
              </a:spcAft>
              <a:buClr>
                <a:schemeClr val="dk1"/>
              </a:buClr>
              <a:buSzPts val="2646"/>
              <a:buNone/>
              <a:defRPr sz="2646"/>
            </a:lvl1pPr>
            <a:lvl2pPr marL="914400" lvl="1" indent="-228600" algn="l">
              <a:lnSpc>
                <a:spcPct val="90000"/>
              </a:lnSpc>
              <a:spcBef>
                <a:spcPts val="827"/>
              </a:spcBef>
              <a:spcAft>
                <a:spcPts val="0"/>
              </a:spcAft>
              <a:buClr>
                <a:schemeClr val="dk1"/>
              </a:buClr>
              <a:buSzPts val="2315"/>
              <a:buNone/>
              <a:defRPr sz="2315"/>
            </a:lvl2pPr>
            <a:lvl3pPr marL="1371600" lvl="2" indent="-228600" algn="l">
              <a:lnSpc>
                <a:spcPct val="90000"/>
              </a:lnSpc>
              <a:spcBef>
                <a:spcPts val="827"/>
              </a:spcBef>
              <a:spcAft>
                <a:spcPts val="0"/>
              </a:spcAft>
              <a:buClr>
                <a:schemeClr val="dk1"/>
              </a:buClr>
              <a:buSzPts val="1984"/>
              <a:buNone/>
              <a:defRPr sz="1984"/>
            </a:lvl3pPr>
            <a:lvl4pPr marL="1828800" lvl="3" indent="-228600" algn="l">
              <a:lnSpc>
                <a:spcPct val="90000"/>
              </a:lnSpc>
              <a:spcBef>
                <a:spcPts val="827"/>
              </a:spcBef>
              <a:spcAft>
                <a:spcPts val="0"/>
              </a:spcAft>
              <a:buClr>
                <a:schemeClr val="dk1"/>
              </a:buClr>
              <a:buSzPts val="1654"/>
              <a:buNone/>
              <a:defRPr sz="1654"/>
            </a:lvl4pPr>
            <a:lvl5pPr marL="2286000" lvl="4" indent="-228600" algn="l">
              <a:lnSpc>
                <a:spcPct val="90000"/>
              </a:lnSpc>
              <a:spcBef>
                <a:spcPts val="827"/>
              </a:spcBef>
              <a:spcAft>
                <a:spcPts val="0"/>
              </a:spcAft>
              <a:buClr>
                <a:schemeClr val="dk1"/>
              </a:buClr>
              <a:buSzPts val="1654"/>
              <a:buNone/>
              <a:defRPr sz="1654"/>
            </a:lvl5pPr>
            <a:lvl6pPr marL="2743200" lvl="5" indent="-228600" algn="l">
              <a:lnSpc>
                <a:spcPct val="90000"/>
              </a:lnSpc>
              <a:spcBef>
                <a:spcPts val="827"/>
              </a:spcBef>
              <a:spcAft>
                <a:spcPts val="0"/>
              </a:spcAft>
              <a:buClr>
                <a:schemeClr val="dk1"/>
              </a:buClr>
              <a:buSzPts val="1654"/>
              <a:buNone/>
              <a:defRPr sz="1654"/>
            </a:lvl6pPr>
            <a:lvl7pPr marL="3200400" lvl="6" indent="-228600" algn="l">
              <a:lnSpc>
                <a:spcPct val="90000"/>
              </a:lnSpc>
              <a:spcBef>
                <a:spcPts val="827"/>
              </a:spcBef>
              <a:spcAft>
                <a:spcPts val="0"/>
              </a:spcAft>
              <a:buClr>
                <a:schemeClr val="dk1"/>
              </a:buClr>
              <a:buSzPts val="1654"/>
              <a:buNone/>
              <a:defRPr sz="1654"/>
            </a:lvl7pPr>
            <a:lvl8pPr marL="3657600" lvl="7" indent="-228600" algn="l">
              <a:lnSpc>
                <a:spcPct val="90000"/>
              </a:lnSpc>
              <a:spcBef>
                <a:spcPts val="827"/>
              </a:spcBef>
              <a:spcAft>
                <a:spcPts val="0"/>
              </a:spcAft>
              <a:buClr>
                <a:schemeClr val="dk1"/>
              </a:buClr>
              <a:buSzPts val="1654"/>
              <a:buNone/>
              <a:defRPr sz="1654"/>
            </a:lvl8pPr>
            <a:lvl9pPr marL="4114800" lvl="8" indent="-228600" algn="l">
              <a:lnSpc>
                <a:spcPct val="90000"/>
              </a:lnSpc>
              <a:spcBef>
                <a:spcPts val="827"/>
              </a:spcBef>
              <a:spcAft>
                <a:spcPts val="0"/>
              </a:spcAft>
              <a:buClr>
                <a:schemeClr val="dk1"/>
              </a:buClr>
              <a:buSzPts val="1654"/>
              <a:buNone/>
              <a:defRPr sz="1654"/>
            </a:lvl9pPr>
          </a:lstStyle>
          <a:p>
            <a:endParaRPr/>
          </a:p>
        </p:txBody>
      </p:sp>
      <p:sp>
        <p:nvSpPr>
          <p:cNvPr id="65" name="Google Shape;65;p10"/>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1039456" y="1138485"/>
            <a:ext cx="13040439" cy="413317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775818" y="5956038"/>
            <a:ext cx="13567714" cy="1304043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654"/>
              </a:spcBef>
              <a:spcAft>
                <a:spcPts val="0"/>
              </a:spcAft>
              <a:buClr>
                <a:schemeClr val="dk1"/>
              </a:buClr>
              <a:buSzPts val="1800"/>
              <a:buChar char="•"/>
              <a:defRPr/>
            </a:lvl1pPr>
            <a:lvl2pPr marL="914400" lvl="1" indent="-342900" algn="l">
              <a:lnSpc>
                <a:spcPct val="90000"/>
              </a:lnSpc>
              <a:spcBef>
                <a:spcPts val="827"/>
              </a:spcBef>
              <a:spcAft>
                <a:spcPts val="0"/>
              </a:spcAft>
              <a:buClr>
                <a:schemeClr val="dk1"/>
              </a:buClr>
              <a:buSzPts val="1800"/>
              <a:buChar char="•"/>
              <a:defRPr/>
            </a:lvl2pPr>
            <a:lvl3pPr marL="1371600" lvl="2" indent="-342900" algn="l">
              <a:lnSpc>
                <a:spcPct val="90000"/>
              </a:lnSpc>
              <a:spcBef>
                <a:spcPts val="827"/>
              </a:spcBef>
              <a:spcAft>
                <a:spcPts val="0"/>
              </a:spcAft>
              <a:buClr>
                <a:schemeClr val="dk1"/>
              </a:buClr>
              <a:buSzPts val="1800"/>
              <a:buChar char="•"/>
              <a:defRPr/>
            </a:lvl3pPr>
            <a:lvl4pPr marL="1828800" lvl="3" indent="-342900" algn="l">
              <a:lnSpc>
                <a:spcPct val="90000"/>
              </a:lnSpc>
              <a:spcBef>
                <a:spcPts val="827"/>
              </a:spcBef>
              <a:spcAft>
                <a:spcPts val="0"/>
              </a:spcAft>
              <a:buClr>
                <a:schemeClr val="dk1"/>
              </a:buClr>
              <a:buSzPts val="1800"/>
              <a:buChar char="•"/>
              <a:defRPr/>
            </a:lvl4pPr>
            <a:lvl5pPr marL="2286000" lvl="4" indent="-342900" algn="l">
              <a:lnSpc>
                <a:spcPct val="90000"/>
              </a:lnSpc>
              <a:spcBef>
                <a:spcPts val="827"/>
              </a:spcBef>
              <a:spcAft>
                <a:spcPts val="0"/>
              </a:spcAft>
              <a:buClr>
                <a:schemeClr val="dk1"/>
              </a:buClr>
              <a:buSzPts val="1800"/>
              <a:buChar char="•"/>
              <a:defRPr/>
            </a:lvl5pPr>
            <a:lvl6pPr marL="2743200" lvl="5" indent="-342900" algn="l">
              <a:lnSpc>
                <a:spcPct val="90000"/>
              </a:lnSpc>
              <a:spcBef>
                <a:spcPts val="827"/>
              </a:spcBef>
              <a:spcAft>
                <a:spcPts val="0"/>
              </a:spcAft>
              <a:buClr>
                <a:schemeClr val="dk1"/>
              </a:buClr>
              <a:buSzPts val="1800"/>
              <a:buChar char="•"/>
              <a:defRPr/>
            </a:lvl6pPr>
            <a:lvl7pPr marL="3200400" lvl="6" indent="-342900" algn="l">
              <a:lnSpc>
                <a:spcPct val="90000"/>
              </a:lnSpc>
              <a:spcBef>
                <a:spcPts val="827"/>
              </a:spcBef>
              <a:spcAft>
                <a:spcPts val="0"/>
              </a:spcAft>
              <a:buClr>
                <a:schemeClr val="dk1"/>
              </a:buClr>
              <a:buSzPts val="1800"/>
              <a:buChar char="•"/>
              <a:defRPr/>
            </a:lvl7pPr>
            <a:lvl8pPr marL="3657600" lvl="7" indent="-342900" algn="l">
              <a:lnSpc>
                <a:spcPct val="90000"/>
              </a:lnSpc>
              <a:spcBef>
                <a:spcPts val="827"/>
              </a:spcBef>
              <a:spcAft>
                <a:spcPts val="0"/>
              </a:spcAft>
              <a:buClr>
                <a:schemeClr val="dk1"/>
              </a:buClr>
              <a:buSzPts val="1800"/>
              <a:buChar char="•"/>
              <a:defRPr/>
            </a:lvl8pPr>
            <a:lvl9pPr marL="4114800" lvl="8" indent="-342900" algn="l">
              <a:lnSpc>
                <a:spcPct val="90000"/>
              </a:lnSpc>
              <a:spcBef>
                <a:spcPts val="827"/>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3389024" y="8569242"/>
            <a:ext cx="18121634" cy="326011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3225692" y="5403628"/>
            <a:ext cx="18121634" cy="959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654"/>
              </a:spcBef>
              <a:spcAft>
                <a:spcPts val="0"/>
              </a:spcAft>
              <a:buClr>
                <a:schemeClr val="dk1"/>
              </a:buClr>
              <a:buSzPts val="1800"/>
              <a:buChar char="•"/>
              <a:defRPr/>
            </a:lvl1pPr>
            <a:lvl2pPr marL="914400" lvl="1" indent="-342900" algn="l">
              <a:lnSpc>
                <a:spcPct val="90000"/>
              </a:lnSpc>
              <a:spcBef>
                <a:spcPts val="827"/>
              </a:spcBef>
              <a:spcAft>
                <a:spcPts val="0"/>
              </a:spcAft>
              <a:buClr>
                <a:schemeClr val="dk1"/>
              </a:buClr>
              <a:buSzPts val="1800"/>
              <a:buChar char="•"/>
              <a:defRPr/>
            </a:lvl2pPr>
            <a:lvl3pPr marL="1371600" lvl="2" indent="-342900" algn="l">
              <a:lnSpc>
                <a:spcPct val="90000"/>
              </a:lnSpc>
              <a:spcBef>
                <a:spcPts val="827"/>
              </a:spcBef>
              <a:spcAft>
                <a:spcPts val="0"/>
              </a:spcAft>
              <a:buClr>
                <a:schemeClr val="dk1"/>
              </a:buClr>
              <a:buSzPts val="1800"/>
              <a:buChar char="•"/>
              <a:defRPr/>
            </a:lvl3pPr>
            <a:lvl4pPr marL="1828800" lvl="3" indent="-342900" algn="l">
              <a:lnSpc>
                <a:spcPct val="90000"/>
              </a:lnSpc>
              <a:spcBef>
                <a:spcPts val="827"/>
              </a:spcBef>
              <a:spcAft>
                <a:spcPts val="0"/>
              </a:spcAft>
              <a:buClr>
                <a:schemeClr val="dk1"/>
              </a:buClr>
              <a:buSzPts val="1800"/>
              <a:buChar char="•"/>
              <a:defRPr/>
            </a:lvl4pPr>
            <a:lvl5pPr marL="2286000" lvl="4" indent="-342900" algn="l">
              <a:lnSpc>
                <a:spcPct val="90000"/>
              </a:lnSpc>
              <a:spcBef>
                <a:spcPts val="827"/>
              </a:spcBef>
              <a:spcAft>
                <a:spcPts val="0"/>
              </a:spcAft>
              <a:buClr>
                <a:schemeClr val="dk1"/>
              </a:buClr>
              <a:buSzPts val="1800"/>
              <a:buChar char="•"/>
              <a:defRPr/>
            </a:lvl5pPr>
            <a:lvl6pPr marL="2743200" lvl="5" indent="-342900" algn="l">
              <a:lnSpc>
                <a:spcPct val="90000"/>
              </a:lnSpc>
              <a:spcBef>
                <a:spcPts val="827"/>
              </a:spcBef>
              <a:spcAft>
                <a:spcPts val="0"/>
              </a:spcAft>
              <a:buClr>
                <a:schemeClr val="dk1"/>
              </a:buClr>
              <a:buSzPts val="1800"/>
              <a:buChar char="•"/>
              <a:defRPr/>
            </a:lvl6pPr>
            <a:lvl7pPr marL="3200400" lvl="6" indent="-342900" algn="l">
              <a:lnSpc>
                <a:spcPct val="90000"/>
              </a:lnSpc>
              <a:spcBef>
                <a:spcPts val="827"/>
              </a:spcBef>
              <a:spcAft>
                <a:spcPts val="0"/>
              </a:spcAft>
              <a:buClr>
                <a:schemeClr val="dk1"/>
              </a:buClr>
              <a:buSzPts val="1800"/>
              <a:buChar char="•"/>
              <a:defRPr/>
            </a:lvl7pPr>
            <a:lvl8pPr marL="3657600" lvl="7" indent="-342900" algn="l">
              <a:lnSpc>
                <a:spcPct val="90000"/>
              </a:lnSpc>
              <a:spcBef>
                <a:spcPts val="827"/>
              </a:spcBef>
              <a:spcAft>
                <a:spcPts val="0"/>
              </a:spcAft>
              <a:buClr>
                <a:schemeClr val="dk1"/>
              </a:buClr>
              <a:buSzPts val="1800"/>
              <a:buChar char="•"/>
              <a:defRPr/>
            </a:lvl8pPr>
            <a:lvl9pPr marL="4114800" lvl="8" indent="-342900" algn="l">
              <a:lnSpc>
                <a:spcPct val="90000"/>
              </a:lnSpc>
              <a:spcBef>
                <a:spcPts val="827"/>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39456" y="1138485"/>
            <a:ext cx="13040439" cy="4133179"/>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7275"/>
              <a:buFont typeface="Play"/>
              <a:buNone/>
              <a:defRPr sz="7275"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1039456" y="5692400"/>
            <a:ext cx="13040439" cy="13567714"/>
          </a:xfrm>
          <a:prstGeom prst="rect">
            <a:avLst/>
          </a:prstGeom>
          <a:noFill/>
          <a:ln>
            <a:noFill/>
          </a:ln>
        </p:spPr>
        <p:txBody>
          <a:bodyPr spcFirstLastPara="1" wrap="square" lIns="91425" tIns="45700" rIns="91425" bIns="45700" anchor="t" anchorCtr="0">
            <a:normAutofit/>
          </a:bodyPr>
          <a:lstStyle>
            <a:lvl1pPr marL="457200" marR="0" lvl="0" indent="-522605" algn="l" rtl="0">
              <a:lnSpc>
                <a:spcPct val="90000"/>
              </a:lnSpc>
              <a:spcBef>
                <a:spcPts val="1654"/>
              </a:spcBef>
              <a:spcAft>
                <a:spcPts val="0"/>
              </a:spcAft>
              <a:buClr>
                <a:schemeClr val="dk1"/>
              </a:buClr>
              <a:buSzPts val="4630"/>
              <a:buFont typeface="Arial"/>
              <a:buChar char="•"/>
              <a:defRPr sz="4630" b="0" i="0" u="none" strike="noStrike" cap="none">
                <a:solidFill>
                  <a:schemeClr val="dk1"/>
                </a:solidFill>
                <a:latin typeface="Arial"/>
                <a:ea typeface="Arial"/>
                <a:cs typeface="Arial"/>
                <a:sym typeface="Arial"/>
              </a:defRPr>
            </a:lvl1pPr>
            <a:lvl2pPr marL="914400" marR="0" lvl="1" indent="-480568" algn="l" rtl="0">
              <a:lnSpc>
                <a:spcPct val="90000"/>
              </a:lnSpc>
              <a:spcBef>
                <a:spcPts val="827"/>
              </a:spcBef>
              <a:spcAft>
                <a:spcPts val="0"/>
              </a:spcAft>
              <a:buClr>
                <a:schemeClr val="dk1"/>
              </a:buClr>
              <a:buSzPts val="3968"/>
              <a:buFont typeface="Arial"/>
              <a:buChar char="•"/>
              <a:defRPr sz="3968" b="0" i="0" u="none" strike="noStrike" cap="none">
                <a:solidFill>
                  <a:schemeClr val="dk1"/>
                </a:solidFill>
                <a:latin typeface="Arial"/>
                <a:ea typeface="Arial"/>
                <a:cs typeface="Arial"/>
                <a:sym typeface="Arial"/>
              </a:defRPr>
            </a:lvl2pPr>
            <a:lvl3pPr marL="1371600" marR="0" lvl="2" indent="-438595" algn="l" rtl="0">
              <a:lnSpc>
                <a:spcPct val="90000"/>
              </a:lnSpc>
              <a:spcBef>
                <a:spcPts val="827"/>
              </a:spcBef>
              <a:spcAft>
                <a:spcPts val="0"/>
              </a:spcAft>
              <a:buClr>
                <a:schemeClr val="dk1"/>
              </a:buClr>
              <a:buSzPts val="3307"/>
              <a:buFont typeface="Arial"/>
              <a:buChar char="•"/>
              <a:defRPr sz="3307" b="0" i="0" u="none" strike="noStrike" cap="none">
                <a:solidFill>
                  <a:schemeClr val="dk1"/>
                </a:solidFill>
                <a:latin typeface="Arial"/>
                <a:ea typeface="Arial"/>
                <a:cs typeface="Arial"/>
                <a:sym typeface="Arial"/>
              </a:defRPr>
            </a:lvl3pPr>
            <a:lvl4pPr marL="1828800" marR="0" lvl="3" indent="-417576" algn="l" rtl="0">
              <a:lnSpc>
                <a:spcPct val="90000"/>
              </a:lnSpc>
              <a:spcBef>
                <a:spcPts val="827"/>
              </a:spcBef>
              <a:spcAft>
                <a:spcPts val="0"/>
              </a:spcAft>
              <a:buClr>
                <a:schemeClr val="dk1"/>
              </a:buClr>
              <a:buSzPts val="2976"/>
              <a:buFont typeface="Arial"/>
              <a:buChar char="•"/>
              <a:defRPr sz="2976" b="0" i="0" u="none" strike="noStrike" cap="none">
                <a:solidFill>
                  <a:schemeClr val="dk1"/>
                </a:solidFill>
                <a:latin typeface="Arial"/>
                <a:ea typeface="Arial"/>
                <a:cs typeface="Arial"/>
                <a:sym typeface="Arial"/>
              </a:defRPr>
            </a:lvl4pPr>
            <a:lvl5pPr marL="2286000" marR="0" lvl="4" indent="-417576" algn="l" rtl="0">
              <a:lnSpc>
                <a:spcPct val="90000"/>
              </a:lnSpc>
              <a:spcBef>
                <a:spcPts val="827"/>
              </a:spcBef>
              <a:spcAft>
                <a:spcPts val="0"/>
              </a:spcAft>
              <a:buClr>
                <a:schemeClr val="dk1"/>
              </a:buClr>
              <a:buSzPts val="2976"/>
              <a:buFont typeface="Arial"/>
              <a:buChar char="•"/>
              <a:defRPr sz="2976" b="0" i="0" u="none" strike="noStrike" cap="none">
                <a:solidFill>
                  <a:schemeClr val="dk1"/>
                </a:solidFill>
                <a:latin typeface="Arial"/>
                <a:ea typeface="Arial"/>
                <a:cs typeface="Arial"/>
                <a:sym typeface="Arial"/>
              </a:defRPr>
            </a:lvl5pPr>
            <a:lvl6pPr marL="2743200" marR="0" lvl="5" indent="-417576" algn="l" rtl="0">
              <a:lnSpc>
                <a:spcPct val="90000"/>
              </a:lnSpc>
              <a:spcBef>
                <a:spcPts val="827"/>
              </a:spcBef>
              <a:spcAft>
                <a:spcPts val="0"/>
              </a:spcAft>
              <a:buClr>
                <a:schemeClr val="dk1"/>
              </a:buClr>
              <a:buSzPts val="2976"/>
              <a:buFont typeface="Arial"/>
              <a:buChar char="•"/>
              <a:defRPr sz="2976" b="0" i="0" u="none" strike="noStrike" cap="none">
                <a:solidFill>
                  <a:schemeClr val="dk1"/>
                </a:solidFill>
                <a:latin typeface="Arial"/>
                <a:ea typeface="Arial"/>
                <a:cs typeface="Arial"/>
                <a:sym typeface="Arial"/>
              </a:defRPr>
            </a:lvl6pPr>
            <a:lvl7pPr marL="3200400" marR="0" lvl="6" indent="-417576" algn="l" rtl="0">
              <a:lnSpc>
                <a:spcPct val="90000"/>
              </a:lnSpc>
              <a:spcBef>
                <a:spcPts val="827"/>
              </a:spcBef>
              <a:spcAft>
                <a:spcPts val="0"/>
              </a:spcAft>
              <a:buClr>
                <a:schemeClr val="dk1"/>
              </a:buClr>
              <a:buSzPts val="2976"/>
              <a:buFont typeface="Arial"/>
              <a:buChar char="•"/>
              <a:defRPr sz="2976" b="0" i="0" u="none" strike="noStrike" cap="none">
                <a:solidFill>
                  <a:schemeClr val="dk1"/>
                </a:solidFill>
                <a:latin typeface="Arial"/>
                <a:ea typeface="Arial"/>
                <a:cs typeface="Arial"/>
                <a:sym typeface="Arial"/>
              </a:defRPr>
            </a:lvl7pPr>
            <a:lvl8pPr marL="3657600" marR="0" lvl="7" indent="-417576" algn="l" rtl="0">
              <a:lnSpc>
                <a:spcPct val="90000"/>
              </a:lnSpc>
              <a:spcBef>
                <a:spcPts val="827"/>
              </a:spcBef>
              <a:spcAft>
                <a:spcPts val="0"/>
              </a:spcAft>
              <a:buClr>
                <a:schemeClr val="dk1"/>
              </a:buClr>
              <a:buSzPts val="2976"/>
              <a:buFont typeface="Arial"/>
              <a:buChar char="•"/>
              <a:defRPr sz="2976" b="0" i="0" u="none" strike="noStrike" cap="none">
                <a:solidFill>
                  <a:schemeClr val="dk1"/>
                </a:solidFill>
                <a:latin typeface="Arial"/>
                <a:ea typeface="Arial"/>
                <a:cs typeface="Arial"/>
                <a:sym typeface="Arial"/>
              </a:defRPr>
            </a:lvl8pPr>
            <a:lvl9pPr marL="4114800" marR="0" lvl="8" indent="-417576" algn="l" rtl="0">
              <a:lnSpc>
                <a:spcPct val="90000"/>
              </a:lnSpc>
              <a:spcBef>
                <a:spcPts val="827"/>
              </a:spcBef>
              <a:spcAft>
                <a:spcPts val="0"/>
              </a:spcAft>
              <a:buClr>
                <a:schemeClr val="dk1"/>
              </a:buClr>
              <a:buSzPts val="2976"/>
              <a:buFont typeface="Arial"/>
              <a:buChar char="•"/>
              <a:defRPr sz="2976"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984"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984"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984"/>
              <a:buFont typeface="Arial"/>
              <a:buNone/>
              <a:defRPr sz="198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4000">
              <a:schemeClr val="lt1"/>
            </a:gs>
            <a:gs pos="99000">
              <a:srgbClr val="59C2E3">
                <a:alpha val="25098"/>
              </a:srgbClr>
            </a:gs>
            <a:gs pos="100000">
              <a:srgbClr val="59C2E3">
                <a:alpha val="25098"/>
              </a:srgbClr>
            </a:gs>
          </a:gsLst>
          <a:lin ang="2700000" scaled="0"/>
        </a:gradFill>
        <a:effectLst/>
      </p:bgPr>
    </p:bg>
    <p:spTree>
      <p:nvGrpSpPr>
        <p:cNvPr id="1" name="Shape 83"/>
        <p:cNvGrpSpPr/>
        <p:nvPr/>
      </p:nvGrpSpPr>
      <p:grpSpPr>
        <a:xfrm>
          <a:off x="0" y="0"/>
          <a:ext cx="0" cy="0"/>
          <a:chOff x="0" y="0"/>
          <a:chExt cx="0" cy="0"/>
        </a:xfrm>
      </p:grpSpPr>
      <p:grpSp>
        <p:nvGrpSpPr>
          <p:cNvPr id="84" name="Google Shape;84;p13"/>
          <p:cNvGrpSpPr/>
          <p:nvPr/>
        </p:nvGrpSpPr>
        <p:grpSpPr>
          <a:xfrm>
            <a:off x="207575" y="7379936"/>
            <a:ext cx="14911028" cy="11200354"/>
            <a:chOff x="225181" y="8027273"/>
            <a:chExt cx="14668990" cy="9609913"/>
          </a:xfrm>
        </p:grpSpPr>
        <p:sp>
          <p:nvSpPr>
            <p:cNvPr id="85" name="Google Shape;85;p13"/>
            <p:cNvSpPr/>
            <p:nvPr/>
          </p:nvSpPr>
          <p:spPr>
            <a:xfrm>
              <a:off x="225181" y="8288580"/>
              <a:ext cx="14668990" cy="9348606"/>
            </a:xfrm>
            <a:prstGeom prst="roundRect">
              <a:avLst>
                <a:gd name="adj" fmla="val 1988"/>
              </a:avLst>
            </a:prstGeom>
            <a:solidFill>
              <a:schemeClr val="lt1"/>
            </a:solidFill>
            <a:ln w="19050" cap="flat" cmpd="sng">
              <a:solidFill>
                <a:srgbClr val="D0D0D0"/>
              </a:solidFill>
              <a:prstDash val="solid"/>
              <a:miter lim="80"/>
              <a:headEnd type="none" w="sm" len="sm"/>
              <a:tailEnd type="none" w="sm" len="sm"/>
            </a:ln>
          </p:spPr>
          <p:txBody>
            <a:bodyPr spcFirstLastPara="1" wrap="square" lIns="91425" tIns="360000" rIns="91425" bIns="45700" anchor="t" anchorCtr="0">
              <a:noAutofit/>
            </a:bodyPr>
            <a:lstStyle/>
            <a:p>
              <a:pPr marL="0" marR="0" lvl="0" indent="0" algn="just" rtl="0">
                <a:lnSpc>
                  <a:spcPct val="80000"/>
                </a:lnSpc>
                <a:spcBef>
                  <a:spcPts val="0"/>
                </a:spcBef>
                <a:spcAft>
                  <a:spcPts val="0"/>
                </a:spcAft>
                <a:buClr>
                  <a:srgbClr val="000000"/>
                </a:buClr>
                <a:buSzPts val="2400"/>
                <a:buFont typeface="Arial"/>
                <a:buNone/>
              </a:pPr>
              <a:endParaRPr sz="2400" b="0" i="1" u="none" strike="noStrike" cap="none">
                <a:solidFill>
                  <a:schemeClr val="dk1"/>
                </a:solidFill>
                <a:latin typeface="Arial"/>
                <a:ea typeface="Arial"/>
                <a:cs typeface="Arial"/>
                <a:sym typeface="Arial"/>
              </a:endParaRPr>
            </a:p>
          </p:txBody>
        </p:sp>
        <p:sp>
          <p:nvSpPr>
            <p:cNvPr id="86" name="Google Shape;86;p13"/>
            <p:cNvSpPr/>
            <p:nvPr/>
          </p:nvSpPr>
          <p:spPr>
            <a:xfrm>
              <a:off x="330297" y="8027273"/>
              <a:ext cx="5838000" cy="633000"/>
            </a:xfrm>
            <a:prstGeom prst="roundRect">
              <a:avLst>
                <a:gd name="adj" fmla="val 16667"/>
              </a:avLst>
            </a:prstGeom>
            <a:gradFill>
              <a:gsLst>
                <a:gs pos="0">
                  <a:srgbClr val="59C2E3"/>
                </a:gs>
                <a:gs pos="100000">
                  <a:srgbClr val="4196C9"/>
                </a:gs>
              </a:gsLst>
              <a:lin ang="2700000" scaled="0"/>
            </a:gradFill>
            <a:ln w="19050" cap="flat" cmpd="sng">
              <a:solidFill>
                <a:srgbClr val="082836"/>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s-ES" sz="2800" b="1" i="0" u="none" strike="noStrike" cap="none">
                  <a:solidFill>
                    <a:schemeClr val="lt1"/>
                  </a:solidFill>
                  <a:latin typeface="Arial"/>
                  <a:ea typeface="Arial"/>
                  <a:cs typeface="Arial"/>
                  <a:sym typeface="Arial"/>
                </a:rPr>
                <a:t>RESULTADOS</a:t>
              </a:r>
              <a:endParaRPr sz="1400" b="0" i="0" u="none" strike="noStrike" cap="none">
                <a:solidFill>
                  <a:srgbClr val="000000"/>
                </a:solidFill>
                <a:latin typeface="Arial"/>
                <a:ea typeface="Arial"/>
                <a:cs typeface="Arial"/>
                <a:sym typeface="Arial"/>
              </a:endParaRPr>
            </a:p>
          </p:txBody>
        </p:sp>
      </p:grpSp>
      <p:grpSp>
        <p:nvGrpSpPr>
          <p:cNvPr id="87" name="Google Shape;87;p13"/>
          <p:cNvGrpSpPr/>
          <p:nvPr/>
        </p:nvGrpSpPr>
        <p:grpSpPr>
          <a:xfrm>
            <a:off x="225175" y="2880956"/>
            <a:ext cx="6112846" cy="4289238"/>
            <a:chOff x="225190" y="3373215"/>
            <a:chExt cx="13808100" cy="2161696"/>
          </a:xfrm>
        </p:grpSpPr>
        <p:sp>
          <p:nvSpPr>
            <p:cNvPr id="88" name="Google Shape;88;p13"/>
            <p:cNvSpPr/>
            <p:nvPr/>
          </p:nvSpPr>
          <p:spPr>
            <a:xfrm>
              <a:off x="225190" y="3671311"/>
              <a:ext cx="13808100" cy="1863600"/>
            </a:xfrm>
            <a:prstGeom prst="roundRect">
              <a:avLst>
                <a:gd name="adj" fmla="val 9702"/>
              </a:avLst>
            </a:prstGeom>
            <a:solidFill>
              <a:schemeClr val="lt1"/>
            </a:solidFill>
            <a:ln w="19050" cap="flat" cmpd="sng">
              <a:solidFill>
                <a:srgbClr val="D0D0D0"/>
              </a:solidFill>
              <a:prstDash val="solid"/>
              <a:miter lim="80"/>
              <a:headEnd type="none" w="sm" len="sm"/>
              <a:tailEnd type="none" w="sm" len="sm"/>
            </a:ln>
          </p:spPr>
          <p:txBody>
            <a:bodyPr spcFirstLastPara="1" wrap="square" lIns="91425" tIns="360000" rIns="91425" bIns="45700" anchor="t" anchorCtr="0">
              <a:noAutofit/>
            </a:bodyPr>
            <a:lstStyle/>
            <a:p>
              <a:pPr marL="0" marR="0" lvl="0" indent="0" algn="just" rtl="0">
                <a:lnSpc>
                  <a:spcPct val="80000"/>
                </a:lnSpc>
                <a:spcBef>
                  <a:spcPts val="0"/>
                </a:spcBef>
                <a:spcAft>
                  <a:spcPts val="0"/>
                </a:spcAft>
                <a:buClr>
                  <a:srgbClr val="000000"/>
                </a:buClr>
                <a:buSzPts val="1800"/>
                <a:buFont typeface="Arial"/>
                <a:buNone/>
              </a:pPr>
              <a:r>
                <a:rPr lang="es-ES" sz="1800" b="0" i="1" u="none" strike="noStrike" cap="none">
                  <a:solidFill>
                    <a:schemeClr val="dk1"/>
                  </a:solidFill>
                  <a:latin typeface="Arial"/>
                  <a:ea typeface="Arial"/>
                  <a:cs typeface="Arial"/>
                  <a:sym typeface="Arial"/>
                </a:rPr>
                <a:t>La obesidad monogénica resulta de variantes en genes del eje leptina-melanocortina, la vía hipotalámica que regula el apetito y el balance energético. En esta cascada, la leptina producida por el tejido adiposo activa su receptor (LEPR) en neuronas hipotalámicas, estimulando la producción de α-MSH, que a su vez activa MC4R para suprimir el apetito. Defectos en cualquier punto de esta vía producen hiperfagia y obesidad de inicio temprano. El objetivo de este trabajo fue identificar e interpretar las variantes génicas presentes en Abraham y Maggie Simpson a partir de sus archivos VCF, evaluando su asociación con obesidad y patrón de herencia. </a:t>
              </a:r>
              <a:endParaRPr sz="1800" b="0" i="1" u="none" strike="noStrike" cap="none">
                <a:solidFill>
                  <a:schemeClr val="dk1"/>
                </a:solidFill>
                <a:latin typeface="Arial"/>
                <a:ea typeface="Arial"/>
                <a:cs typeface="Arial"/>
                <a:sym typeface="Arial"/>
              </a:endParaRPr>
            </a:p>
          </p:txBody>
        </p:sp>
        <p:sp>
          <p:nvSpPr>
            <p:cNvPr id="89" name="Google Shape;89;p13"/>
            <p:cNvSpPr/>
            <p:nvPr/>
          </p:nvSpPr>
          <p:spPr>
            <a:xfrm>
              <a:off x="334081" y="3373215"/>
              <a:ext cx="10437600" cy="402600"/>
            </a:xfrm>
            <a:prstGeom prst="roundRect">
              <a:avLst>
                <a:gd name="adj" fmla="val 16667"/>
              </a:avLst>
            </a:prstGeom>
            <a:gradFill>
              <a:gsLst>
                <a:gs pos="0">
                  <a:srgbClr val="59C2E3"/>
                </a:gs>
                <a:gs pos="100000">
                  <a:srgbClr val="4196C9"/>
                </a:gs>
              </a:gsLst>
              <a:lin ang="2700000" scaled="0"/>
            </a:gradFill>
            <a:ln w="19050" cap="flat" cmpd="sng">
              <a:solidFill>
                <a:srgbClr val="082836"/>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s-ES" sz="2800" b="1" i="0" u="none" strike="noStrike" cap="none">
                  <a:solidFill>
                    <a:schemeClr val="lt1"/>
                  </a:solidFill>
                  <a:latin typeface="Arial"/>
                  <a:ea typeface="Arial"/>
                  <a:cs typeface="Arial"/>
                  <a:sym typeface="Arial"/>
                </a:rPr>
                <a:t>INTRODUCCIÓN</a:t>
              </a:r>
              <a:endParaRPr sz="1400" b="0" i="0" u="none" strike="noStrike" cap="none">
                <a:solidFill>
                  <a:srgbClr val="000000"/>
                </a:solidFill>
                <a:latin typeface="Arial"/>
                <a:ea typeface="Arial"/>
                <a:cs typeface="Arial"/>
                <a:sym typeface="Arial"/>
              </a:endParaRPr>
            </a:p>
          </p:txBody>
        </p:sp>
      </p:grpSp>
      <p:grpSp>
        <p:nvGrpSpPr>
          <p:cNvPr id="90" name="Google Shape;90;p13"/>
          <p:cNvGrpSpPr/>
          <p:nvPr/>
        </p:nvGrpSpPr>
        <p:grpSpPr>
          <a:xfrm>
            <a:off x="225200" y="17412367"/>
            <a:ext cx="8338290" cy="3815590"/>
            <a:chOff x="225181" y="17989218"/>
            <a:chExt cx="9033900" cy="4463722"/>
          </a:xfrm>
        </p:grpSpPr>
        <p:sp>
          <p:nvSpPr>
            <p:cNvPr id="91" name="Google Shape;91;p13"/>
            <p:cNvSpPr/>
            <p:nvPr/>
          </p:nvSpPr>
          <p:spPr>
            <a:xfrm>
              <a:off x="225181" y="18127241"/>
              <a:ext cx="9033900" cy="4325700"/>
            </a:xfrm>
            <a:prstGeom prst="roundRect">
              <a:avLst>
                <a:gd name="adj" fmla="val 9702"/>
              </a:avLst>
            </a:prstGeom>
            <a:solidFill>
              <a:schemeClr val="lt1"/>
            </a:solidFill>
            <a:ln w="19050" cap="flat" cmpd="sng">
              <a:solidFill>
                <a:srgbClr val="D0D0D0"/>
              </a:solidFill>
              <a:prstDash val="solid"/>
              <a:miter lim="80"/>
              <a:headEnd type="none" w="sm" len="sm"/>
              <a:tailEnd type="none" w="sm" len="sm"/>
            </a:ln>
          </p:spPr>
          <p:txBody>
            <a:bodyPr spcFirstLastPara="1" wrap="square" lIns="91425" tIns="360000" rIns="91425" bIns="45700" anchor="t" anchorCtr="0">
              <a:noAutofit/>
            </a:bodyPr>
            <a:lstStyle/>
            <a:p>
              <a:pPr marL="0" marR="0" lvl="0" indent="0" algn="just" rtl="0">
                <a:lnSpc>
                  <a:spcPct val="80000"/>
                </a:lnSpc>
                <a:spcBef>
                  <a:spcPts val="0"/>
                </a:spcBef>
                <a:spcAft>
                  <a:spcPts val="0"/>
                </a:spcAft>
                <a:buClr>
                  <a:srgbClr val="000000"/>
                </a:buClr>
                <a:buSzPts val="1800"/>
                <a:buFont typeface="Arial"/>
                <a:buNone/>
              </a:pPr>
              <a:r>
                <a:rPr lang="es-ES" sz="1800" b="0" i="1" u="none" strike="noStrike" cap="none">
                  <a:solidFill>
                    <a:schemeClr val="dk1"/>
                  </a:solidFill>
                  <a:latin typeface="Arial"/>
                  <a:ea typeface="Arial"/>
                  <a:cs typeface="Arial"/>
                  <a:sym typeface="Arial"/>
                </a:rPr>
                <a:t>Abraham y Maggie comparten en heterocigosis la variante patogénica MC4R p.(Pro272His). Al ser una deficiencia autosómica dominante, una sola copia mutada explica el fenotipo de obesidad de inicio temprano y la transmisión vertical. A nivel molecular, la sustitución Pro→His en ECL3 desestabiliza la conformación del receptor, impidiendo la unión de α-MSH y bloqueando la señalización vía AMPc/PKA que suprime el apetito en el hipotálamo. Por otro lado, Maggie porta de forma heterocigota la deleción de pérdida de función total LEPR p.(Ser597IlefsTer20). Al ser una alteración autosómica recesiva, Maggie es solo portadora; su fenotipo actual se explica por MC4R. Ambos genes integran el eje leptina-melanocortina (LEPR → JAK2/STAT3 → α-MSH → MC4R), donde defectos en distintos puntos convergen en obesidad monogénica. Finalmente, las variantes en TP53 (p.Pro72Leu) y MED12 (p.Ala210Val) se clasificaron como polimorfismo benigno y VUS, respectivamente, descartándose su relación con el fenotipo observado.</a:t>
              </a:r>
              <a:endParaRPr sz="2400" b="0" i="1" u="none" strike="noStrike" cap="none">
                <a:solidFill>
                  <a:schemeClr val="dk1"/>
                </a:solidFill>
                <a:latin typeface="Arial"/>
                <a:ea typeface="Arial"/>
                <a:cs typeface="Arial"/>
                <a:sym typeface="Arial"/>
              </a:endParaRPr>
            </a:p>
          </p:txBody>
        </p:sp>
        <p:sp>
          <p:nvSpPr>
            <p:cNvPr id="92" name="Google Shape;92;p13"/>
            <p:cNvSpPr/>
            <p:nvPr/>
          </p:nvSpPr>
          <p:spPr>
            <a:xfrm>
              <a:off x="398759" y="17989218"/>
              <a:ext cx="5838000" cy="554100"/>
            </a:xfrm>
            <a:prstGeom prst="roundRect">
              <a:avLst>
                <a:gd name="adj" fmla="val 16667"/>
              </a:avLst>
            </a:prstGeom>
            <a:gradFill>
              <a:gsLst>
                <a:gs pos="0">
                  <a:srgbClr val="59C2E3"/>
                </a:gs>
                <a:gs pos="100000">
                  <a:srgbClr val="4196C9"/>
                </a:gs>
              </a:gsLst>
              <a:lin ang="2700000" scaled="0"/>
            </a:gradFill>
            <a:ln w="19050" cap="flat" cmpd="sng">
              <a:solidFill>
                <a:srgbClr val="082836"/>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s-ES" sz="2800" b="1" i="0" u="none" strike="noStrike" cap="none">
                  <a:solidFill>
                    <a:schemeClr val="lt1"/>
                  </a:solidFill>
                  <a:latin typeface="Arial"/>
                  <a:ea typeface="Arial"/>
                  <a:cs typeface="Arial"/>
                  <a:sym typeface="Arial"/>
                </a:rPr>
                <a:t>DISCUSIÓN</a:t>
              </a:r>
              <a:endParaRPr sz="1400" b="0" i="0" u="none" strike="noStrike" cap="none">
                <a:solidFill>
                  <a:srgbClr val="000000"/>
                </a:solidFill>
                <a:latin typeface="Arial"/>
                <a:ea typeface="Arial"/>
                <a:cs typeface="Arial"/>
                <a:sym typeface="Arial"/>
              </a:endParaRPr>
            </a:p>
          </p:txBody>
        </p:sp>
      </p:grpSp>
      <p:grpSp>
        <p:nvGrpSpPr>
          <p:cNvPr id="93" name="Google Shape;93;p13"/>
          <p:cNvGrpSpPr/>
          <p:nvPr/>
        </p:nvGrpSpPr>
        <p:grpSpPr>
          <a:xfrm>
            <a:off x="8624850" y="18004675"/>
            <a:ext cx="6493895" cy="3223141"/>
            <a:chOff x="7442878" y="17252174"/>
            <a:chExt cx="7451400" cy="4692300"/>
          </a:xfrm>
        </p:grpSpPr>
        <p:sp>
          <p:nvSpPr>
            <p:cNvPr id="94" name="Google Shape;94;p13"/>
            <p:cNvSpPr/>
            <p:nvPr/>
          </p:nvSpPr>
          <p:spPr>
            <a:xfrm>
              <a:off x="7442878" y="17252174"/>
              <a:ext cx="7451400" cy="4692300"/>
            </a:xfrm>
            <a:prstGeom prst="roundRect">
              <a:avLst>
                <a:gd name="adj" fmla="val 9702"/>
              </a:avLst>
            </a:prstGeom>
            <a:solidFill>
              <a:schemeClr val="lt1"/>
            </a:solidFill>
            <a:ln w="19050" cap="flat" cmpd="sng">
              <a:solidFill>
                <a:srgbClr val="D0D0D0"/>
              </a:solidFill>
              <a:prstDash val="solid"/>
              <a:miter lim="80"/>
              <a:headEnd type="none" w="sm" len="sm"/>
              <a:tailEnd type="none" w="sm" len="sm"/>
            </a:ln>
          </p:spPr>
          <p:txBody>
            <a:bodyPr spcFirstLastPara="1" wrap="square" lIns="91425" tIns="360000" rIns="91425" bIns="45700" anchor="t" anchorCtr="0">
              <a:noAutofit/>
            </a:bodyPr>
            <a:lstStyle/>
            <a:p>
              <a:pPr marL="0" marR="0" lvl="0" indent="0" algn="just" rtl="0">
                <a:lnSpc>
                  <a:spcPct val="80000"/>
                </a:lnSpc>
                <a:spcBef>
                  <a:spcPts val="0"/>
                </a:spcBef>
                <a:spcAft>
                  <a:spcPts val="0"/>
                </a:spcAft>
                <a:buClr>
                  <a:srgbClr val="000000"/>
                </a:buClr>
                <a:buSzPts val="1800"/>
                <a:buFont typeface="Arial"/>
                <a:buNone/>
              </a:pPr>
              <a:endParaRPr sz="1800" i="1">
                <a:solidFill>
                  <a:schemeClr val="dk1"/>
                </a:solidFill>
              </a:endParaRPr>
            </a:p>
            <a:p>
              <a:pPr marL="0" marR="0" lvl="0" indent="0" algn="just" rtl="0">
                <a:lnSpc>
                  <a:spcPct val="80000"/>
                </a:lnSpc>
                <a:spcBef>
                  <a:spcPts val="0"/>
                </a:spcBef>
                <a:spcAft>
                  <a:spcPts val="0"/>
                </a:spcAft>
                <a:buClr>
                  <a:srgbClr val="000000"/>
                </a:buClr>
                <a:buSzPts val="1800"/>
                <a:buFont typeface="Arial"/>
                <a:buNone/>
              </a:pPr>
              <a:endParaRPr sz="1800" i="1">
                <a:solidFill>
                  <a:schemeClr val="dk1"/>
                </a:solidFill>
              </a:endParaRPr>
            </a:p>
            <a:p>
              <a:pPr marL="0" marR="0" lvl="0" indent="0" algn="just" rtl="0">
                <a:lnSpc>
                  <a:spcPct val="80000"/>
                </a:lnSpc>
                <a:spcBef>
                  <a:spcPts val="0"/>
                </a:spcBef>
                <a:spcAft>
                  <a:spcPts val="0"/>
                </a:spcAft>
                <a:buClr>
                  <a:srgbClr val="000000"/>
                </a:buClr>
                <a:buSzPts val="1800"/>
                <a:buFont typeface="Arial"/>
                <a:buNone/>
              </a:pPr>
              <a:r>
                <a:rPr lang="es-ES" sz="1800" b="0" i="1" u="none" strike="noStrike" cap="none">
                  <a:solidFill>
                    <a:schemeClr val="dk1"/>
                  </a:solidFill>
                  <a:latin typeface="Arial"/>
                  <a:ea typeface="Arial"/>
                  <a:cs typeface="Arial"/>
                  <a:sym typeface="Arial"/>
                </a:rPr>
                <a:t>La obesidad compartida y heredada en Abraham–Maggie se debe a MC4R p.Pro272His (missense patogénica, ausente en población, autosómica dominante), en heterocigosis en ambos. Maggie es además portadora de una variante truncante en LEPR (recesiva), no causal por sí sola. Ambos genes integran el eje leptina–melanocortina, donde distintas variantes convergen en obesidad.</a:t>
              </a:r>
              <a:endParaRPr sz="1400" b="0" i="0" u="none" strike="noStrike" cap="none">
                <a:solidFill>
                  <a:srgbClr val="000000"/>
                </a:solidFill>
                <a:latin typeface="Arial"/>
                <a:ea typeface="Arial"/>
                <a:cs typeface="Arial"/>
                <a:sym typeface="Arial"/>
              </a:endParaRPr>
            </a:p>
            <a:p>
              <a:pPr marL="0" marR="0" lvl="0" indent="0" algn="just" rtl="0">
                <a:lnSpc>
                  <a:spcPct val="80000"/>
                </a:lnSpc>
                <a:spcBef>
                  <a:spcPts val="0"/>
                </a:spcBef>
                <a:spcAft>
                  <a:spcPts val="0"/>
                </a:spcAft>
                <a:buClr>
                  <a:srgbClr val="000000"/>
                </a:buClr>
                <a:buSzPts val="1800"/>
                <a:buFont typeface="Arial"/>
                <a:buNone/>
              </a:pPr>
              <a:r>
                <a:rPr lang="es-ES" sz="1800" b="0" i="1" u="none" strike="noStrike" cap="none">
                  <a:solidFill>
                    <a:schemeClr val="dk1"/>
                  </a:solidFill>
                  <a:latin typeface="Arial"/>
                  <a:ea typeface="Arial"/>
                  <a:cs typeface="Arial"/>
                  <a:sym typeface="Arial"/>
                </a:rPr>
                <a:t>El abordaje bioinformático integrado permitió interpretar la patogenicidad y la herencia de cada variante.</a:t>
              </a:r>
              <a:endParaRPr sz="1400" b="0" i="0" u="none" strike="noStrike" cap="none">
                <a:solidFill>
                  <a:srgbClr val="000000"/>
                </a:solidFill>
                <a:latin typeface="Arial"/>
                <a:ea typeface="Arial"/>
                <a:cs typeface="Arial"/>
                <a:sym typeface="Arial"/>
              </a:endParaRPr>
            </a:p>
          </p:txBody>
        </p:sp>
        <p:sp>
          <p:nvSpPr>
            <p:cNvPr id="95" name="Google Shape;95;p13"/>
            <p:cNvSpPr/>
            <p:nvPr/>
          </p:nvSpPr>
          <p:spPr>
            <a:xfrm>
              <a:off x="7602764" y="17730498"/>
              <a:ext cx="5838000" cy="633000"/>
            </a:xfrm>
            <a:prstGeom prst="roundRect">
              <a:avLst>
                <a:gd name="adj" fmla="val 16667"/>
              </a:avLst>
            </a:prstGeom>
            <a:gradFill>
              <a:gsLst>
                <a:gs pos="0">
                  <a:srgbClr val="59C2E3"/>
                </a:gs>
                <a:gs pos="100000">
                  <a:srgbClr val="4196C9"/>
                </a:gs>
              </a:gsLst>
              <a:lin ang="2700000" scaled="0"/>
            </a:gradFill>
            <a:ln w="19050" cap="flat" cmpd="sng">
              <a:solidFill>
                <a:srgbClr val="082836"/>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s-ES" sz="2800" b="1" i="0" u="none" strike="noStrike" cap="none">
                  <a:solidFill>
                    <a:schemeClr val="lt1"/>
                  </a:solidFill>
                  <a:latin typeface="Arial"/>
                  <a:ea typeface="Arial"/>
                  <a:cs typeface="Arial"/>
                  <a:sym typeface="Arial"/>
                </a:rPr>
                <a:t>CONCLUSIONES</a:t>
              </a:r>
              <a:endParaRPr sz="1400" b="0" i="0" u="none" strike="noStrike" cap="none">
                <a:solidFill>
                  <a:srgbClr val="000000"/>
                </a:solidFill>
                <a:latin typeface="Arial"/>
                <a:ea typeface="Arial"/>
                <a:cs typeface="Arial"/>
                <a:sym typeface="Arial"/>
              </a:endParaRPr>
            </a:p>
          </p:txBody>
        </p:sp>
      </p:grpSp>
      <p:pic>
        <p:nvPicPr>
          <p:cNvPr id="96" name="Google Shape;96;p13"/>
          <p:cNvPicPr preferRelativeResize="0"/>
          <p:nvPr/>
        </p:nvPicPr>
        <p:blipFill rotWithShape="1">
          <a:blip r:embed="rId3">
            <a:alphaModFix/>
          </a:blip>
          <a:srcRect/>
          <a:stretch/>
        </p:blipFill>
        <p:spPr>
          <a:xfrm>
            <a:off x="12550767" y="-148733"/>
            <a:ext cx="2325820" cy="1400890"/>
          </a:xfrm>
          <a:prstGeom prst="rect">
            <a:avLst/>
          </a:prstGeom>
          <a:noFill/>
          <a:ln>
            <a:noFill/>
          </a:ln>
        </p:spPr>
      </p:pic>
      <p:grpSp>
        <p:nvGrpSpPr>
          <p:cNvPr id="97" name="Google Shape;97;p13"/>
          <p:cNvGrpSpPr/>
          <p:nvPr/>
        </p:nvGrpSpPr>
        <p:grpSpPr>
          <a:xfrm>
            <a:off x="0" y="-5895"/>
            <a:ext cx="3397496" cy="2303046"/>
            <a:chOff x="0" y="-5895"/>
            <a:chExt cx="4834200" cy="3276938"/>
          </a:xfrm>
        </p:grpSpPr>
        <p:pic>
          <p:nvPicPr>
            <p:cNvPr id="98" name="Google Shape;98;p13"/>
            <p:cNvPicPr preferRelativeResize="0"/>
            <p:nvPr/>
          </p:nvPicPr>
          <p:blipFill rotWithShape="1">
            <a:blip r:embed="rId4">
              <a:alphaModFix/>
            </a:blip>
            <a:srcRect/>
            <a:stretch/>
          </p:blipFill>
          <p:spPr>
            <a:xfrm>
              <a:off x="0" y="-5895"/>
              <a:ext cx="4834200" cy="3276938"/>
            </a:xfrm>
            <a:prstGeom prst="rect">
              <a:avLst/>
            </a:prstGeom>
            <a:noFill/>
            <a:ln>
              <a:noFill/>
            </a:ln>
          </p:spPr>
        </p:pic>
        <p:sp>
          <p:nvSpPr>
            <p:cNvPr id="99" name="Google Shape;99;p13"/>
            <p:cNvSpPr/>
            <p:nvPr/>
          </p:nvSpPr>
          <p:spPr>
            <a:xfrm>
              <a:off x="964642" y="1549130"/>
              <a:ext cx="2257529" cy="67155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100" name="Google Shape;100;p13"/>
          <p:cNvSpPr/>
          <p:nvPr/>
        </p:nvSpPr>
        <p:spPr>
          <a:xfrm>
            <a:off x="677955" y="1083113"/>
            <a:ext cx="13763441" cy="1337767"/>
          </a:xfrm>
          <a:prstGeom prst="roundRect">
            <a:avLst>
              <a:gd name="adj" fmla="val 9702"/>
            </a:avLst>
          </a:prstGeom>
          <a:solidFill>
            <a:srgbClr val="4196C9"/>
          </a:solidFill>
          <a:ln>
            <a:noFill/>
          </a:ln>
        </p:spPr>
        <p:txBody>
          <a:bodyPr spcFirstLastPara="1" wrap="square" lIns="90000" tIns="46800" rIns="91425" bIns="45700" anchor="ctr" anchorCtr="0">
            <a:noAutofit/>
          </a:bodyPr>
          <a:lstStyle/>
          <a:p>
            <a:pPr marL="0" marR="0" lvl="0" indent="0" algn="ctr" rtl="0">
              <a:lnSpc>
                <a:spcPct val="100000"/>
              </a:lnSpc>
              <a:spcBef>
                <a:spcPts val="0"/>
              </a:spcBef>
              <a:spcAft>
                <a:spcPts val="0"/>
              </a:spcAft>
              <a:buClr>
                <a:srgbClr val="000000"/>
              </a:buClr>
              <a:buSzPts val="3800"/>
              <a:buFont typeface="Arial"/>
              <a:buNone/>
            </a:pPr>
            <a:r>
              <a:rPr lang="es-ES" sz="3800" b="1" i="0" u="none" strike="noStrike" cap="none">
                <a:solidFill>
                  <a:schemeClr val="lt1"/>
                </a:solidFill>
                <a:latin typeface="Arial"/>
                <a:ea typeface="Arial"/>
                <a:cs typeface="Arial"/>
                <a:sym typeface="Arial"/>
              </a:rPr>
              <a:t>Anotación e interpretación de variantes</a:t>
            </a:r>
            <a:endParaRPr sz="1400" b="0" i="0" u="none" strike="noStrike" cap="none">
              <a:solidFill>
                <a:srgbClr val="000000"/>
              </a:solidFill>
              <a:latin typeface="Arial"/>
              <a:ea typeface="Arial"/>
              <a:cs typeface="Arial"/>
              <a:sym typeface="Arial"/>
            </a:endParaRPr>
          </a:p>
          <a:p>
            <a:pPr marL="0" marR="0" lvl="0" indent="0" algn="ctr" rtl="0">
              <a:lnSpc>
                <a:spcPct val="80000"/>
              </a:lnSpc>
              <a:spcBef>
                <a:spcPts val="0"/>
              </a:spcBef>
              <a:spcAft>
                <a:spcPts val="0"/>
              </a:spcAft>
              <a:buClr>
                <a:srgbClr val="000000"/>
              </a:buClr>
              <a:buSzPts val="2800"/>
              <a:buFont typeface="Arial"/>
              <a:buNone/>
            </a:pPr>
            <a:r>
              <a:rPr lang="es-ES" sz="2800" b="1" i="1" u="none" strike="noStrike" cap="none">
                <a:solidFill>
                  <a:schemeClr val="lt1"/>
                </a:solidFill>
                <a:latin typeface="Arial"/>
                <a:ea typeface="Arial"/>
                <a:cs typeface="Arial"/>
                <a:sym typeface="Arial"/>
              </a:rPr>
              <a:t>Genética Clínica y de Poblaciones</a:t>
            </a:r>
            <a:endParaRPr sz="3600" b="1" i="1" u="none" strike="noStrike" cap="none">
              <a:solidFill>
                <a:schemeClr val="lt1"/>
              </a:solidFill>
              <a:latin typeface="Arial"/>
              <a:ea typeface="Arial"/>
              <a:cs typeface="Arial"/>
              <a:sym typeface="Arial"/>
            </a:endParaRPr>
          </a:p>
          <a:p>
            <a:pPr marL="0" marR="0" lvl="0" indent="0" algn="ctr" rtl="0">
              <a:lnSpc>
                <a:spcPct val="80000"/>
              </a:lnSpc>
              <a:spcBef>
                <a:spcPts val="0"/>
              </a:spcBef>
              <a:spcAft>
                <a:spcPts val="0"/>
              </a:spcAft>
              <a:buClr>
                <a:srgbClr val="000000"/>
              </a:buClr>
              <a:buSzPts val="2000"/>
              <a:buFont typeface="Arial"/>
              <a:buNone/>
            </a:pPr>
            <a:r>
              <a:rPr lang="es-ES" sz="2000" b="1" i="1" u="none" strike="noStrike" cap="none">
                <a:solidFill>
                  <a:schemeClr val="lt1"/>
                </a:solidFill>
                <a:latin typeface="Arial"/>
                <a:ea typeface="Arial"/>
                <a:cs typeface="Arial"/>
                <a:sym typeface="Arial"/>
              </a:rPr>
              <a:t>Analia Pastrana, Caren Moreno, Ángel Guerrero</a:t>
            </a:r>
            <a:endParaRPr sz="1400" b="0" i="0" u="none" strike="noStrike" cap="none">
              <a:solidFill>
                <a:srgbClr val="000000"/>
              </a:solidFill>
              <a:latin typeface="Arial"/>
              <a:ea typeface="Arial"/>
              <a:cs typeface="Arial"/>
              <a:sym typeface="Arial"/>
            </a:endParaRPr>
          </a:p>
        </p:txBody>
      </p:sp>
      <p:sp>
        <p:nvSpPr>
          <p:cNvPr id="101" name="Google Shape;101;p13"/>
          <p:cNvSpPr/>
          <p:nvPr/>
        </p:nvSpPr>
        <p:spPr>
          <a:xfrm>
            <a:off x="481644" y="8105275"/>
            <a:ext cx="6058500" cy="465000"/>
          </a:xfrm>
          <a:prstGeom prst="roundRect">
            <a:avLst>
              <a:gd name="adj" fmla="val 16667"/>
            </a:avLst>
          </a:prstGeom>
          <a:solidFill>
            <a:schemeClr val="lt2"/>
          </a:solid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1400"/>
              <a:buFont typeface="Arial"/>
              <a:buNone/>
            </a:pPr>
            <a:r>
              <a:rPr lang="es-ES" sz="1400" b="1" i="0" u="none" strike="noStrike" cap="none">
                <a:solidFill>
                  <a:srgbClr val="4196C9"/>
                </a:solidFill>
                <a:latin typeface="Arial"/>
                <a:ea typeface="Arial"/>
                <a:cs typeface="Arial"/>
                <a:sym typeface="Arial"/>
              </a:rPr>
              <a:t>Tabla 1. </a:t>
            </a:r>
            <a:r>
              <a:rPr lang="es-ES" sz="1400" b="0" i="0" u="none" strike="noStrike" cap="none">
                <a:solidFill>
                  <a:schemeClr val="dk1"/>
                </a:solidFill>
                <a:latin typeface="Arial"/>
                <a:ea typeface="Arial"/>
                <a:cs typeface="Arial"/>
                <a:sym typeface="Arial"/>
              </a:rPr>
              <a:t>Variantes identificadas en el estudio(GRCh38)</a:t>
            </a:r>
            <a:endParaRPr sz="1400" b="0" i="0" u="none" strike="noStrike" cap="none">
              <a:solidFill>
                <a:schemeClr val="dk1"/>
              </a:solidFill>
              <a:latin typeface="Arial"/>
              <a:ea typeface="Arial"/>
              <a:cs typeface="Arial"/>
              <a:sym typeface="Arial"/>
            </a:endParaRPr>
          </a:p>
        </p:txBody>
      </p:sp>
      <p:sp>
        <p:nvSpPr>
          <p:cNvPr id="102" name="Google Shape;102;p13"/>
          <p:cNvSpPr/>
          <p:nvPr/>
        </p:nvSpPr>
        <p:spPr>
          <a:xfrm>
            <a:off x="481645" y="12267884"/>
            <a:ext cx="6493800" cy="473700"/>
          </a:xfrm>
          <a:prstGeom prst="roundRect">
            <a:avLst>
              <a:gd name="adj" fmla="val 16667"/>
            </a:avLst>
          </a:prstGeom>
          <a:solidFill>
            <a:schemeClr val="lt2"/>
          </a:solid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None/>
            </a:pPr>
            <a:r>
              <a:rPr lang="es-ES" sz="1400" b="1" i="0" u="none" strike="noStrike" cap="none">
                <a:solidFill>
                  <a:srgbClr val="4196C9"/>
                </a:solidFill>
                <a:latin typeface="Arial"/>
                <a:ea typeface="Arial"/>
                <a:cs typeface="Arial"/>
                <a:sym typeface="Arial"/>
              </a:rPr>
              <a:t>Tabla 2.</a:t>
            </a:r>
            <a:r>
              <a:rPr lang="es-ES" sz="1400" b="1" i="0" u="none" strike="noStrike" cap="none">
                <a:solidFill>
                  <a:schemeClr val="dk1"/>
                </a:solidFill>
                <a:latin typeface="Arial"/>
                <a:ea typeface="Arial"/>
                <a:cs typeface="Arial"/>
                <a:sym typeface="Arial"/>
              </a:rPr>
              <a:t> </a:t>
            </a:r>
            <a:r>
              <a:rPr lang="es-ES" sz="1400" b="0" i="0" u="none" strike="noStrike" cap="none">
                <a:solidFill>
                  <a:schemeClr val="dk1"/>
                </a:solidFill>
                <a:latin typeface="Arial"/>
                <a:ea typeface="Arial"/>
                <a:cs typeface="Arial"/>
                <a:sym typeface="Arial"/>
              </a:rPr>
              <a:t>Asociación genotipo-fenotipo y patrones de herencia según (OMIM)</a:t>
            </a:r>
            <a:endParaRPr sz="1400" b="0" i="0" u="none" strike="noStrike" cap="none">
              <a:solidFill>
                <a:schemeClr val="dk1"/>
              </a:solidFill>
              <a:latin typeface="Arial"/>
              <a:ea typeface="Arial"/>
              <a:cs typeface="Arial"/>
              <a:sym typeface="Arial"/>
            </a:endParaRPr>
          </a:p>
        </p:txBody>
      </p:sp>
      <p:sp>
        <p:nvSpPr>
          <p:cNvPr id="103" name="Google Shape;103;p13"/>
          <p:cNvSpPr/>
          <p:nvPr/>
        </p:nvSpPr>
        <p:spPr>
          <a:xfrm>
            <a:off x="8468325" y="7684489"/>
            <a:ext cx="6476100" cy="7046886"/>
          </a:xfrm>
          <a:prstGeom prst="roundRect">
            <a:avLst>
              <a:gd name="adj" fmla="val 9702"/>
            </a:avLst>
          </a:prstGeom>
          <a:solidFill>
            <a:schemeClr val="lt1"/>
          </a:solidFill>
          <a:ln>
            <a:noFill/>
          </a:ln>
        </p:spPr>
        <p:txBody>
          <a:bodyPr spcFirstLastPara="1" wrap="square" lIns="91425" tIns="360000" rIns="91425" bIns="45700" anchor="t" anchorCtr="0">
            <a:noAutofit/>
          </a:bodyPr>
          <a:lstStyle/>
          <a:p>
            <a:pPr marL="0" marR="0" lvl="0" indent="0" algn="just" rtl="0">
              <a:lnSpc>
                <a:spcPct val="80000"/>
              </a:lnSpc>
              <a:spcBef>
                <a:spcPts val="0"/>
              </a:spcBef>
              <a:spcAft>
                <a:spcPts val="0"/>
              </a:spcAft>
              <a:buClr>
                <a:srgbClr val="000000"/>
              </a:buClr>
              <a:buSzPts val="1800"/>
              <a:buFont typeface="Arial"/>
              <a:buNone/>
            </a:pPr>
            <a:r>
              <a:rPr lang="es-ES" sz="1800" b="1" i="1" u="none" strike="noStrike" cap="none" dirty="0">
                <a:solidFill>
                  <a:schemeClr val="dk1"/>
                </a:solidFill>
                <a:latin typeface="Arial"/>
                <a:ea typeface="Arial"/>
                <a:cs typeface="Arial"/>
                <a:sym typeface="Arial"/>
              </a:rPr>
              <a:t>Análisis MC4R (p.Pro272His). </a:t>
            </a:r>
            <a:r>
              <a:rPr lang="es-ES" sz="1800" b="0" i="1" u="none" strike="noStrike" cap="none" dirty="0">
                <a:solidFill>
                  <a:schemeClr val="dk1"/>
                </a:solidFill>
                <a:latin typeface="Arial"/>
                <a:ea typeface="Arial"/>
                <a:cs typeface="Arial"/>
                <a:sym typeface="Arial"/>
              </a:rPr>
              <a:t>La Pro272 se localiza en un dominio topológico extracelular (residuos 268–279), el </a:t>
            </a:r>
            <a:r>
              <a:rPr lang="es-ES" sz="1800" b="0" i="1" u="none" strike="noStrike" cap="none" dirty="0" err="1">
                <a:solidFill>
                  <a:schemeClr val="dk1"/>
                </a:solidFill>
                <a:latin typeface="Arial"/>
                <a:ea typeface="Arial"/>
                <a:cs typeface="Arial"/>
                <a:sym typeface="Arial"/>
              </a:rPr>
              <a:t>loop</a:t>
            </a:r>
            <a:r>
              <a:rPr lang="es-ES" sz="1800" b="0" i="1" u="none" strike="noStrike" cap="none" dirty="0">
                <a:solidFill>
                  <a:schemeClr val="dk1"/>
                </a:solidFill>
                <a:latin typeface="Arial"/>
                <a:ea typeface="Arial"/>
                <a:cs typeface="Arial"/>
                <a:sym typeface="Arial"/>
              </a:rPr>
              <a:t> ECL3 entre las hélices transmembrana TM6 (244-267) y TM7 (280-302). El alineamiento con </a:t>
            </a:r>
            <a:r>
              <a:rPr lang="es-ES" sz="1800" b="1" i="1" u="none" strike="noStrike" cap="none" dirty="0" err="1">
                <a:solidFill>
                  <a:schemeClr val="dk1"/>
                </a:solidFill>
                <a:latin typeface="Arial"/>
                <a:ea typeface="Arial"/>
                <a:cs typeface="Arial"/>
                <a:sym typeface="Arial"/>
              </a:rPr>
              <a:t>Clustal</a:t>
            </a:r>
            <a:r>
              <a:rPr lang="es-ES" sz="1800" b="1" i="1" u="none" strike="noStrike" cap="none" dirty="0">
                <a:solidFill>
                  <a:schemeClr val="dk1"/>
                </a:solidFill>
                <a:latin typeface="Arial"/>
                <a:ea typeface="Arial"/>
                <a:cs typeface="Arial"/>
                <a:sym typeface="Arial"/>
              </a:rPr>
              <a:t> Omega </a:t>
            </a:r>
            <a:r>
              <a:rPr lang="es-ES" sz="1800" b="0" i="1" u="none" strike="noStrike" cap="none" dirty="0">
                <a:solidFill>
                  <a:schemeClr val="dk1"/>
                </a:solidFill>
                <a:latin typeface="Arial"/>
                <a:ea typeface="Arial"/>
                <a:cs typeface="Arial"/>
                <a:sym typeface="Arial"/>
              </a:rPr>
              <a:t>mostró que la Pro272 está conservada en el 100% de las especies analizadas (humano a pez cebra). Junto con SIFT (0), </a:t>
            </a:r>
            <a:r>
              <a:rPr lang="es-ES" sz="1800" b="0" i="1" u="none" strike="noStrike" cap="none" dirty="0" err="1">
                <a:solidFill>
                  <a:schemeClr val="dk1"/>
                </a:solidFill>
                <a:latin typeface="Arial"/>
                <a:ea typeface="Arial"/>
                <a:cs typeface="Arial"/>
                <a:sym typeface="Arial"/>
              </a:rPr>
              <a:t>PolyPhen</a:t>
            </a:r>
            <a:r>
              <a:rPr lang="es-ES" sz="1800" b="0" i="1" u="none" strike="noStrike" cap="none" dirty="0">
                <a:solidFill>
                  <a:schemeClr val="dk1"/>
                </a:solidFill>
                <a:latin typeface="Arial"/>
                <a:ea typeface="Arial"/>
                <a:cs typeface="Arial"/>
                <a:sym typeface="Arial"/>
              </a:rPr>
              <a:t> (1) y su ausencia en </a:t>
            </a:r>
            <a:r>
              <a:rPr lang="es-ES" sz="1800" b="0" i="1" u="none" strike="noStrike" cap="none" dirty="0" err="1">
                <a:solidFill>
                  <a:schemeClr val="dk1"/>
                </a:solidFill>
                <a:latin typeface="Arial"/>
                <a:ea typeface="Arial"/>
                <a:cs typeface="Arial"/>
                <a:sym typeface="Arial"/>
              </a:rPr>
              <a:t>gnomAD</a:t>
            </a:r>
            <a:r>
              <a:rPr lang="es-ES" sz="1800" b="0" i="1" u="none" strike="noStrike" cap="none" dirty="0">
                <a:solidFill>
                  <a:schemeClr val="dk1"/>
                </a:solidFill>
                <a:latin typeface="Arial"/>
                <a:ea typeface="Arial"/>
                <a:cs typeface="Arial"/>
                <a:sym typeface="Arial"/>
              </a:rPr>
              <a:t>, la evidencia indica una sustitución con alta probabilidad patogénica.</a:t>
            </a:r>
            <a:endParaRPr sz="1400" b="0" i="0" u="none" strike="noStrike" cap="none" dirty="0">
              <a:solidFill>
                <a:srgbClr val="000000"/>
              </a:solidFill>
              <a:latin typeface="Arial"/>
              <a:ea typeface="Arial"/>
              <a:cs typeface="Arial"/>
              <a:sym typeface="Arial"/>
            </a:endParaRPr>
          </a:p>
          <a:p>
            <a:pPr marL="0" marR="0" lvl="0" indent="0" algn="just" rtl="0">
              <a:lnSpc>
                <a:spcPct val="80000"/>
              </a:lnSpc>
              <a:spcBef>
                <a:spcPts val="0"/>
              </a:spcBef>
              <a:spcAft>
                <a:spcPts val="0"/>
              </a:spcAft>
              <a:buClr>
                <a:srgbClr val="000000"/>
              </a:buClr>
              <a:buSzPts val="1800"/>
              <a:buFont typeface="Arial"/>
              <a:buNone/>
            </a:pPr>
            <a:endParaRPr sz="1800" b="0" i="1" u="none" strike="noStrike" cap="none" dirty="0">
              <a:solidFill>
                <a:schemeClr val="dk1"/>
              </a:solidFill>
              <a:latin typeface="Arial"/>
              <a:ea typeface="Arial"/>
              <a:cs typeface="Arial"/>
              <a:sym typeface="Arial"/>
            </a:endParaRPr>
          </a:p>
          <a:p>
            <a:pPr marL="0" marR="0" lvl="0" indent="0" algn="just" rtl="0">
              <a:lnSpc>
                <a:spcPct val="80000"/>
              </a:lnSpc>
              <a:spcBef>
                <a:spcPts val="0"/>
              </a:spcBef>
              <a:spcAft>
                <a:spcPts val="0"/>
              </a:spcAft>
              <a:buClr>
                <a:srgbClr val="000000"/>
              </a:buClr>
              <a:buSzPts val="1800"/>
              <a:buFont typeface="Arial"/>
              <a:buNone/>
            </a:pPr>
            <a:endParaRPr sz="1800" b="0" i="1" u="none" strike="noStrike" cap="none" dirty="0">
              <a:solidFill>
                <a:schemeClr val="dk1"/>
              </a:solidFill>
              <a:latin typeface="Arial"/>
              <a:ea typeface="Arial"/>
              <a:cs typeface="Arial"/>
              <a:sym typeface="Arial"/>
            </a:endParaRPr>
          </a:p>
          <a:p>
            <a:pPr marL="0" marR="0" lvl="0" indent="0" algn="just" rtl="0">
              <a:lnSpc>
                <a:spcPct val="80000"/>
              </a:lnSpc>
              <a:spcBef>
                <a:spcPts val="0"/>
              </a:spcBef>
              <a:spcAft>
                <a:spcPts val="0"/>
              </a:spcAft>
              <a:buClr>
                <a:srgbClr val="000000"/>
              </a:buClr>
              <a:buSzPts val="1800"/>
              <a:buFont typeface="Arial"/>
              <a:buNone/>
            </a:pPr>
            <a:endParaRPr sz="1800" b="0" i="1" u="none" strike="noStrike" cap="none" dirty="0">
              <a:solidFill>
                <a:schemeClr val="dk1"/>
              </a:solidFill>
              <a:latin typeface="Arial"/>
              <a:ea typeface="Arial"/>
              <a:cs typeface="Arial"/>
              <a:sym typeface="Arial"/>
            </a:endParaRPr>
          </a:p>
          <a:p>
            <a:pPr marL="0" marR="0" lvl="0" indent="0" algn="just" rtl="0">
              <a:lnSpc>
                <a:spcPct val="80000"/>
              </a:lnSpc>
              <a:spcBef>
                <a:spcPts val="0"/>
              </a:spcBef>
              <a:spcAft>
                <a:spcPts val="0"/>
              </a:spcAft>
              <a:buClr>
                <a:srgbClr val="000000"/>
              </a:buClr>
              <a:buSzPts val="1800"/>
              <a:buFont typeface="Arial"/>
              <a:buNone/>
            </a:pPr>
            <a:endParaRPr sz="1800" b="0" i="1" u="none" strike="noStrike" cap="none" dirty="0">
              <a:solidFill>
                <a:schemeClr val="dk1"/>
              </a:solidFill>
              <a:latin typeface="Arial"/>
              <a:ea typeface="Arial"/>
              <a:cs typeface="Arial"/>
              <a:sym typeface="Arial"/>
            </a:endParaRPr>
          </a:p>
          <a:p>
            <a:pPr marL="0" marR="0" lvl="0" indent="0" algn="just" rtl="0">
              <a:lnSpc>
                <a:spcPct val="80000"/>
              </a:lnSpc>
              <a:spcBef>
                <a:spcPts val="0"/>
              </a:spcBef>
              <a:spcAft>
                <a:spcPts val="0"/>
              </a:spcAft>
              <a:buClr>
                <a:srgbClr val="000000"/>
              </a:buClr>
              <a:buSzPts val="1800"/>
              <a:buFont typeface="Arial"/>
              <a:buNone/>
            </a:pPr>
            <a:endParaRPr sz="1800" b="0" i="1" u="none" strike="noStrike" cap="none" dirty="0">
              <a:solidFill>
                <a:schemeClr val="dk1"/>
              </a:solidFill>
              <a:latin typeface="Arial"/>
              <a:ea typeface="Arial"/>
              <a:cs typeface="Arial"/>
              <a:sym typeface="Arial"/>
            </a:endParaRPr>
          </a:p>
          <a:p>
            <a:pPr marL="0" marR="0" lvl="0" indent="0" algn="just" rtl="0">
              <a:lnSpc>
                <a:spcPct val="80000"/>
              </a:lnSpc>
              <a:spcBef>
                <a:spcPts val="0"/>
              </a:spcBef>
              <a:spcAft>
                <a:spcPts val="0"/>
              </a:spcAft>
              <a:buClr>
                <a:srgbClr val="000000"/>
              </a:buClr>
              <a:buSzPts val="1800"/>
              <a:buFont typeface="Arial"/>
              <a:buNone/>
            </a:pPr>
            <a:endParaRPr sz="1800" b="0" i="1" u="none" strike="noStrike" cap="none" dirty="0">
              <a:solidFill>
                <a:schemeClr val="dk1"/>
              </a:solidFill>
              <a:latin typeface="Arial"/>
              <a:ea typeface="Arial"/>
              <a:cs typeface="Arial"/>
              <a:sym typeface="Arial"/>
            </a:endParaRPr>
          </a:p>
          <a:p>
            <a:pPr marL="0" marR="0" lvl="0" indent="0" algn="just" rtl="0">
              <a:lnSpc>
                <a:spcPct val="80000"/>
              </a:lnSpc>
              <a:spcBef>
                <a:spcPts val="0"/>
              </a:spcBef>
              <a:spcAft>
                <a:spcPts val="0"/>
              </a:spcAft>
              <a:buClr>
                <a:srgbClr val="000000"/>
              </a:buClr>
              <a:buSzPts val="1800"/>
              <a:buFont typeface="Arial"/>
              <a:buNone/>
            </a:pPr>
            <a:endParaRPr sz="1800" b="0" i="1" u="none" strike="noStrike" cap="none" dirty="0">
              <a:solidFill>
                <a:schemeClr val="dk1"/>
              </a:solidFill>
              <a:latin typeface="Arial"/>
              <a:ea typeface="Arial"/>
              <a:cs typeface="Arial"/>
              <a:sym typeface="Arial"/>
            </a:endParaRPr>
          </a:p>
          <a:p>
            <a:pPr marL="0" marR="0" lvl="0" indent="0" algn="just" rtl="0">
              <a:lnSpc>
                <a:spcPct val="80000"/>
              </a:lnSpc>
              <a:spcBef>
                <a:spcPts val="0"/>
              </a:spcBef>
              <a:spcAft>
                <a:spcPts val="0"/>
              </a:spcAft>
              <a:buClr>
                <a:srgbClr val="000000"/>
              </a:buClr>
              <a:buSzPts val="1800"/>
              <a:buFont typeface="Arial"/>
              <a:buNone/>
            </a:pPr>
            <a:endParaRPr sz="1800" b="0" i="1" u="none" strike="noStrike" cap="none" dirty="0">
              <a:solidFill>
                <a:schemeClr val="dk1"/>
              </a:solidFill>
              <a:latin typeface="Arial"/>
              <a:ea typeface="Arial"/>
              <a:cs typeface="Arial"/>
              <a:sym typeface="Arial"/>
            </a:endParaRPr>
          </a:p>
          <a:p>
            <a:pPr marL="0" marR="0" lvl="0" indent="0" algn="just" rtl="0">
              <a:lnSpc>
                <a:spcPct val="80000"/>
              </a:lnSpc>
              <a:spcBef>
                <a:spcPts val="0"/>
              </a:spcBef>
              <a:spcAft>
                <a:spcPts val="0"/>
              </a:spcAft>
              <a:buClr>
                <a:srgbClr val="000000"/>
              </a:buClr>
              <a:buSzPts val="1800"/>
              <a:buFont typeface="Arial"/>
              <a:buNone/>
            </a:pPr>
            <a:endParaRPr sz="1800" b="1" i="1" dirty="0">
              <a:solidFill>
                <a:schemeClr val="dk1"/>
              </a:solidFill>
            </a:endParaRPr>
          </a:p>
          <a:p>
            <a:pPr marL="0" marR="0" lvl="0" indent="0" algn="just" rtl="0">
              <a:lnSpc>
                <a:spcPct val="80000"/>
              </a:lnSpc>
              <a:spcBef>
                <a:spcPts val="0"/>
              </a:spcBef>
              <a:spcAft>
                <a:spcPts val="0"/>
              </a:spcAft>
              <a:buClr>
                <a:srgbClr val="000000"/>
              </a:buClr>
              <a:buSzPts val="1800"/>
              <a:buFont typeface="Arial"/>
              <a:buNone/>
            </a:pPr>
            <a:endParaRPr sz="1800" b="1" i="1" dirty="0">
              <a:solidFill>
                <a:schemeClr val="dk1"/>
              </a:solidFill>
            </a:endParaRPr>
          </a:p>
          <a:p>
            <a:pPr marL="0" marR="0" lvl="0" indent="0" algn="just" rtl="0">
              <a:lnSpc>
                <a:spcPct val="80000"/>
              </a:lnSpc>
              <a:spcBef>
                <a:spcPts val="0"/>
              </a:spcBef>
              <a:spcAft>
                <a:spcPts val="0"/>
              </a:spcAft>
              <a:buClr>
                <a:srgbClr val="000000"/>
              </a:buClr>
              <a:buSzPts val="1800"/>
              <a:buFont typeface="Arial"/>
              <a:buNone/>
            </a:pPr>
            <a:r>
              <a:rPr lang="es-ES" sz="1800" b="1" i="1" u="none" strike="noStrike" cap="none" dirty="0">
                <a:solidFill>
                  <a:schemeClr val="dk1"/>
                </a:solidFill>
                <a:latin typeface="Arial"/>
                <a:ea typeface="Arial"/>
                <a:cs typeface="Arial"/>
                <a:sym typeface="Arial"/>
              </a:rPr>
              <a:t>Análisis LEPR (p.Ser597IlefsTer20). </a:t>
            </a:r>
            <a:r>
              <a:rPr lang="es-ES" sz="1800" b="0" i="1" u="none" strike="noStrike" cap="none" dirty="0">
                <a:solidFill>
                  <a:schemeClr val="dk1"/>
                </a:solidFill>
                <a:latin typeface="Arial"/>
                <a:ea typeface="Arial"/>
                <a:cs typeface="Arial"/>
                <a:sym typeface="Arial"/>
              </a:rPr>
              <a:t>La </a:t>
            </a:r>
            <a:r>
              <a:rPr lang="es-ES" sz="1800" b="0" i="1" u="none" strike="noStrike" cap="none" dirty="0" err="1">
                <a:solidFill>
                  <a:schemeClr val="dk1"/>
                </a:solidFill>
                <a:latin typeface="Arial"/>
                <a:ea typeface="Arial"/>
                <a:cs typeface="Arial"/>
                <a:sym typeface="Arial"/>
              </a:rPr>
              <a:t>deleción</a:t>
            </a:r>
            <a:r>
              <a:rPr lang="es-ES" sz="1800" b="0" i="1" u="none" strike="noStrike" cap="none" dirty="0">
                <a:solidFill>
                  <a:schemeClr val="dk1"/>
                </a:solidFill>
                <a:latin typeface="Arial"/>
                <a:ea typeface="Arial"/>
                <a:cs typeface="Arial"/>
                <a:sym typeface="Arial"/>
              </a:rPr>
              <a:t> c.1790del produce un corrimiento del marco de lectura desde el residuo 597, con un codón de terminación prematuro. La traducción con </a:t>
            </a:r>
            <a:r>
              <a:rPr lang="es-ES" sz="1800" b="1" i="1" u="none" strike="noStrike" cap="none" dirty="0" err="1">
                <a:solidFill>
                  <a:schemeClr val="dk1"/>
                </a:solidFill>
                <a:latin typeface="Arial"/>
                <a:ea typeface="Arial"/>
                <a:cs typeface="Arial"/>
                <a:sym typeface="Arial"/>
              </a:rPr>
              <a:t>Biomodel</a:t>
            </a:r>
            <a:r>
              <a:rPr lang="es-ES" sz="1800" b="0" i="1" u="none" strike="noStrike" cap="none" dirty="0">
                <a:solidFill>
                  <a:schemeClr val="dk1"/>
                </a:solidFill>
                <a:latin typeface="Arial"/>
                <a:ea typeface="Arial"/>
                <a:cs typeface="Arial"/>
                <a:sym typeface="Arial"/>
              </a:rPr>
              <a:t> confirmó una proteína truncada de 615 aminoácidos frente a la normal de 1165 aminoácidos (pérdida de 550 residuos). El truncamiento conserva la región de unión a </a:t>
            </a:r>
            <a:r>
              <a:rPr lang="es-ES" sz="1800" b="0" i="1" u="none" strike="noStrike" cap="none" dirty="0" err="1">
                <a:solidFill>
                  <a:schemeClr val="dk1"/>
                </a:solidFill>
                <a:latin typeface="Arial"/>
                <a:ea typeface="Arial"/>
                <a:cs typeface="Arial"/>
                <a:sym typeface="Arial"/>
              </a:rPr>
              <a:t>leptina</a:t>
            </a:r>
            <a:r>
              <a:rPr lang="es-ES" sz="1800" b="0" i="1" u="none" strike="noStrike" cap="none" dirty="0">
                <a:solidFill>
                  <a:schemeClr val="dk1"/>
                </a:solidFill>
                <a:latin typeface="Arial"/>
                <a:ea typeface="Arial"/>
                <a:cs typeface="Arial"/>
                <a:sym typeface="Arial"/>
              </a:rPr>
              <a:t> (467-484) pero elimina el motivo WSXWS (622-626), el dominio transmembrana, el motivo Box 1 (871-879) y la región de activación de JAK2 (893-898), resultando en un receptor incapaz de señalizar (pérdida de función).</a:t>
            </a:r>
            <a:endParaRPr dirty="0"/>
          </a:p>
          <a:p>
            <a:pPr marL="0" marR="0" lvl="0" indent="0" algn="just" rtl="0">
              <a:lnSpc>
                <a:spcPct val="80000"/>
              </a:lnSpc>
              <a:spcBef>
                <a:spcPts val="0"/>
              </a:spcBef>
              <a:spcAft>
                <a:spcPts val="0"/>
              </a:spcAft>
              <a:buClr>
                <a:srgbClr val="000000"/>
              </a:buClr>
              <a:buSzPts val="1800"/>
              <a:buFont typeface="Arial"/>
              <a:buNone/>
            </a:pPr>
            <a:endParaRPr sz="1800" b="0" i="1" u="none" strike="noStrike" cap="none" dirty="0">
              <a:solidFill>
                <a:schemeClr val="dk1"/>
              </a:solidFill>
              <a:latin typeface="Arial"/>
              <a:ea typeface="Arial"/>
              <a:cs typeface="Arial"/>
              <a:sym typeface="Arial"/>
            </a:endParaRPr>
          </a:p>
          <a:p>
            <a:pPr marL="0" marR="0" lvl="0" indent="0" algn="just" rtl="0">
              <a:lnSpc>
                <a:spcPct val="80000"/>
              </a:lnSpc>
              <a:spcBef>
                <a:spcPts val="0"/>
              </a:spcBef>
              <a:spcAft>
                <a:spcPts val="0"/>
              </a:spcAft>
              <a:buClr>
                <a:srgbClr val="000000"/>
              </a:buClr>
              <a:buSzPts val="1800"/>
              <a:buFont typeface="Arial"/>
              <a:buNone/>
            </a:pPr>
            <a:endParaRPr sz="1800" b="0" i="1" u="none" strike="noStrike" cap="none" dirty="0">
              <a:solidFill>
                <a:schemeClr val="dk1"/>
              </a:solidFill>
              <a:latin typeface="Arial"/>
              <a:ea typeface="Arial"/>
              <a:cs typeface="Arial"/>
              <a:sym typeface="Arial"/>
            </a:endParaRPr>
          </a:p>
        </p:txBody>
      </p:sp>
      <p:graphicFrame>
        <p:nvGraphicFramePr>
          <p:cNvPr id="104" name="Google Shape;104;p13"/>
          <p:cNvGraphicFramePr/>
          <p:nvPr/>
        </p:nvGraphicFramePr>
        <p:xfrm>
          <a:off x="545921" y="8570283"/>
          <a:ext cx="7205525" cy="3718560"/>
        </p:xfrm>
        <a:graphic>
          <a:graphicData uri="http://schemas.openxmlformats.org/drawingml/2006/table">
            <a:tbl>
              <a:tblPr>
                <a:noFill/>
                <a:tableStyleId>{E6163EC6-22CE-4894-9F40-FEFF3DF6B1D8}</a:tableStyleId>
              </a:tblPr>
              <a:tblGrid>
                <a:gridCol w="1582575">
                  <a:extLst>
                    <a:ext uri="{9D8B030D-6E8A-4147-A177-3AD203B41FA5}">
                      <a16:colId xmlns:a16="http://schemas.microsoft.com/office/drawing/2014/main" val="20000"/>
                    </a:ext>
                  </a:extLst>
                </a:gridCol>
                <a:gridCol w="2817475">
                  <a:extLst>
                    <a:ext uri="{9D8B030D-6E8A-4147-A177-3AD203B41FA5}">
                      <a16:colId xmlns:a16="http://schemas.microsoft.com/office/drawing/2014/main" val="20001"/>
                    </a:ext>
                  </a:extLst>
                </a:gridCol>
                <a:gridCol w="2805475">
                  <a:extLst>
                    <a:ext uri="{9D8B030D-6E8A-4147-A177-3AD203B41FA5}">
                      <a16:colId xmlns:a16="http://schemas.microsoft.com/office/drawing/2014/main" val="20002"/>
                    </a:ext>
                  </a:extLst>
                </a:gridCol>
              </a:tblGrid>
              <a:tr h="277100">
                <a:tc>
                  <a:txBody>
                    <a:bodyPr/>
                    <a:lstStyle/>
                    <a:p>
                      <a:pPr marL="0" marR="0" lvl="0" indent="0" algn="l" rtl="0">
                        <a:lnSpc>
                          <a:spcPct val="100000"/>
                        </a:lnSpc>
                        <a:spcBef>
                          <a:spcPts val="0"/>
                        </a:spcBef>
                        <a:spcAft>
                          <a:spcPts val="0"/>
                        </a:spcAft>
                        <a:buClr>
                          <a:schemeClr val="dk1"/>
                        </a:buClr>
                        <a:buSzPts val="1200"/>
                        <a:buFont typeface="Arial"/>
                        <a:buNone/>
                      </a:pP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s-ES" sz="1200" b="1" i="1" u="none" strike="noStrike" cap="none">
                          <a:solidFill>
                            <a:srgbClr val="000000"/>
                          </a:solidFill>
                          <a:latin typeface="Arial"/>
                          <a:ea typeface="Arial"/>
                          <a:cs typeface="Arial"/>
                          <a:sym typeface="Arial"/>
                        </a:rPr>
                        <a:t>MC4R</a:t>
                      </a:r>
                      <a:endParaRPr sz="1200" i="1"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s-ES" sz="1200" b="1" i="1" u="none" strike="noStrike" cap="none">
                          <a:solidFill>
                            <a:srgbClr val="000000"/>
                          </a:solidFill>
                          <a:latin typeface="Arial"/>
                          <a:ea typeface="Arial"/>
                          <a:cs typeface="Arial"/>
                          <a:sym typeface="Arial"/>
                        </a:rPr>
                        <a:t>LEPR</a:t>
                      </a:r>
                      <a:endParaRPr sz="1200" i="1"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77100">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Posición (GRCh38)</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chr18:60371535</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chr1:65609983</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77100">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Transcrito</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ENST00000299766.5 / NM_005912.3</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ENST00000349533.11 / NM_002303.6</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77100">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HGVS c.</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c.815C&gt;A</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c.1790del</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77100">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HGVS p.</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p.Pro272His</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p.Ser597IlefsTer20</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77100">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Tipo de variante</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SNP – missense</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Deleción – frameshift</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277100">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Cigosidad</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Heterocigoto (Abraham y Maggie)</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Heterocigoto (Maggie)</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277100">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Frecuencia gnomAD</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Ausente (frec. = 0)</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Ausente (frec. = 0)</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277100">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Frecuencia 1000G</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No reportada</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No reportada</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277100">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Clasificación</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Mutación</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Mutación</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r h="277100">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SIFT / PolyPhen</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Deleterious (0) / Probably damaging (1)</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No aplica (frameshift)</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10"/>
                  </a:ext>
                </a:extLst>
              </a:tr>
              <a:tr h="277100">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Proteína (UniProt)</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P32245</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P48357</a:t>
                      </a:r>
                      <a:endParaRPr sz="12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11"/>
                  </a:ext>
                </a:extLst>
              </a:tr>
            </a:tbl>
          </a:graphicData>
        </a:graphic>
      </p:graphicFrame>
      <p:graphicFrame>
        <p:nvGraphicFramePr>
          <p:cNvPr id="105" name="Google Shape;105;p13"/>
          <p:cNvGraphicFramePr/>
          <p:nvPr/>
        </p:nvGraphicFramePr>
        <p:xfrm>
          <a:off x="545920" y="12741574"/>
          <a:ext cx="7922375" cy="1295400"/>
        </p:xfrm>
        <a:graphic>
          <a:graphicData uri="http://schemas.openxmlformats.org/drawingml/2006/table">
            <a:tbl>
              <a:tblPr>
                <a:noFill/>
                <a:tableStyleId>{E6163EC6-22CE-4894-9F40-FEFF3DF6B1D8}</a:tableStyleId>
              </a:tblPr>
              <a:tblGrid>
                <a:gridCol w="710650">
                  <a:extLst>
                    <a:ext uri="{9D8B030D-6E8A-4147-A177-3AD203B41FA5}">
                      <a16:colId xmlns:a16="http://schemas.microsoft.com/office/drawing/2014/main" val="20000"/>
                    </a:ext>
                  </a:extLst>
                </a:gridCol>
                <a:gridCol w="2689550">
                  <a:extLst>
                    <a:ext uri="{9D8B030D-6E8A-4147-A177-3AD203B41FA5}">
                      <a16:colId xmlns:a16="http://schemas.microsoft.com/office/drawing/2014/main" val="20001"/>
                    </a:ext>
                  </a:extLst>
                </a:gridCol>
                <a:gridCol w="1245325">
                  <a:extLst>
                    <a:ext uri="{9D8B030D-6E8A-4147-A177-3AD203B41FA5}">
                      <a16:colId xmlns:a16="http://schemas.microsoft.com/office/drawing/2014/main" val="20002"/>
                    </a:ext>
                  </a:extLst>
                </a:gridCol>
                <a:gridCol w="855400">
                  <a:extLst>
                    <a:ext uri="{9D8B030D-6E8A-4147-A177-3AD203B41FA5}">
                      <a16:colId xmlns:a16="http://schemas.microsoft.com/office/drawing/2014/main" val="20003"/>
                    </a:ext>
                  </a:extLst>
                </a:gridCol>
                <a:gridCol w="894875">
                  <a:extLst>
                    <a:ext uri="{9D8B030D-6E8A-4147-A177-3AD203B41FA5}">
                      <a16:colId xmlns:a16="http://schemas.microsoft.com/office/drawing/2014/main" val="20004"/>
                    </a:ext>
                  </a:extLst>
                </a:gridCol>
                <a:gridCol w="1526575">
                  <a:extLst>
                    <a:ext uri="{9D8B030D-6E8A-4147-A177-3AD203B41FA5}">
                      <a16:colId xmlns:a16="http://schemas.microsoft.com/office/drawing/2014/main" val="20005"/>
                    </a:ext>
                  </a:extLst>
                </a:gridCol>
              </a:tblGrid>
              <a:tr h="299725">
                <a:tc>
                  <a:txBody>
                    <a:bodyPr/>
                    <a:lstStyle/>
                    <a:p>
                      <a:pPr marL="0" marR="0" lvl="0" indent="0" algn="l" rtl="0">
                        <a:lnSpc>
                          <a:spcPct val="100000"/>
                        </a:lnSpc>
                        <a:spcBef>
                          <a:spcPts val="0"/>
                        </a:spcBef>
                        <a:spcAft>
                          <a:spcPts val="0"/>
                        </a:spcAft>
                        <a:buClr>
                          <a:srgbClr val="000000"/>
                        </a:buClr>
                        <a:buSzPts val="1200"/>
                        <a:buFont typeface="Arial"/>
                        <a:buNone/>
                      </a:pPr>
                      <a:r>
                        <a:rPr lang="es-ES" sz="1200" b="1" i="0" u="none" strike="noStrike" cap="none">
                          <a:solidFill>
                            <a:srgbClr val="000000"/>
                          </a:solidFill>
                          <a:latin typeface="Arial"/>
                          <a:ea typeface="Arial"/>
                          <a:cs typeface="Arial"/>
                          <a:sym typeface="Arial"/>
                        </a:rPr>
                        <a:t>Gen</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1" i="0" u="none" strike="noStrike" cap="none">
                          <a:solidFill>
                            <a:srgbClr val="000000"/>
                          </a:solidFill>
                          <a:latin typeface="Arial"/>
                          <a:ea typeface="Arial"/>
                          <a:cs typeface="Arial"/>
                          <a:sym typeface="Arial"/>
                        </a:rPr>
                        <a:t>Enfermedad</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1" i="0" u="none" strike="noStrike" cap="none">
                          <a:solidFill>
                            <a:srgbClr val="000000"/>
                          </a:solidFill>
                          <a:latin typeface="Arial"/>
                          <a:ea typeface="Arial"/>
                          <a:cs typeface="Arial"/>
                          <a:sym typeface="Arial"/>
                        </a:rPr>
                        <a:t>MIM fenotipo</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1" i="0" u="none" strike="noStrike" cap="none">
                          <a:solidFill>
                            <a:srgbClr val="000000"/>
                          </a:solidFill>
                          <a:latin typeface="Arial"/>
                          <a:ea typeface="Arial"/>
                          <a:cs typeface="Arial"/>
                          <a:sym typeface="Arial"/>
                        </a:rPr>
                        <a:t>MIM gen</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1" i="0" u="none" strike="noStrike" cap="none">
                          <a:solidFill>
                            <a:srgbClr val="000000"/>
                          </a:solidFill>
                          <a:latin typeface="Arial"/>
                          <a:ea typeface="Arial"/>
                          <a:cs typeface="Arial"/>
                          <a:sym typeface="Arial"/>
                        </a:rPr>
                        <a:t>Locus</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1" i="0" u="none" strike="noStrike" cap="none">
                          <a:solidFill>
                            <a:srgbClr val="000000"/>
                          </a:solidFill>
                          <a:latin typeface="Arial"/>
                          <a:ea typeface="Arial"/>
                          <a:cs typeface="Arial"/>
                          <a:sym typeface="Arial"/>
                        </a:rPr>
                        <a:t>Herencia</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76600">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MC4R</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Obesidad / deficiencia de MC4R (BMIQ20)</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#618406</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155541</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18q21.32</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Autosómica dominante</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76600">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LEPR</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Obesidad mórbida por deficiencia del receptor de leptina</a:t>
                      </a:r>
                      <a:endParaRPr sz="1200" b="0" i="0" u="none" strike="noStrike" cap="none">
                        <a:solidFill>
                          <a:srgbClr val="000000"/>
                        </a:solidFill>
                        <a:latin typeface="Arial"/>
                        <a:ea typeface="Arial"/>
                        <a:cs typeface="Arial"/>
                        <a:sym typeface="Arial"/>
                      </a:endParaRPr>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#614963</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601007</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1p31.3</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s-ES" sz="1200" b="0" i="0" u="none" strike="noStrike" cap="none">
                          <a:solidFill>
                            <a:srgbClr val="000000"/>
                          </a:solidFill>
                          <a:latin typeface="Arial"/>
                          <a:ea typeface="Arial"/>
                          <a:cs typeface="Arial"/>
                          <a:sym typeface="Arial"/>
                        </a:rPr>
                        <a:t>Autosómica recesiva</a:t>
                      </a:r>
                      <a:endParaRPr sz="1400" u="none" strike="noStrike" cap="none"/>
                    </a:p>
                  </a:txBody>
                  <a:tcPr marL="63500" marR="63500" marT="63500" marB="635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106" name="Google Shape;106;p13"/>
          <p:cNvPicPr preferRelativeResize="0"/>
          <p:nvPr/>
        </p:nvPicPr>
        <p:blipFill rotWithShape="1">
          <a:blip r:embed="rId5">
            <a:alphaModFix/>
          </a:blip>
          <a:srcRect/>
          <a:stretch/>
        </p:blipFill>
        <p:spPr>
          <a:xfrm>
            <a:off x="13210940" y="1185618"/>
            <a:ext cx="1005473" cy="1173052"/>
          </a:xfrm>
          <a:prstGeom prst="rect">
            <a:avLst/>
          </a:prstGeom>
          <a:noFill/>
          <a:ln>
            <a:noFill/>
          </a:ln>
        </p:spPr>
      </p:pic>
      <p:pic>
        <p:nvPicPr>
          <p:cNvPr id="107" name="Google Shape;107;p13"/>
          <p:cNvPicPr preferRelativeResize="0"/>
          <p:nvPr/>
        </p:nvPicPr>
        <p:blipFill rotWithShape="1">
          <a:blip r:embed="rId6">
            <a:alphaModFix/>
          </a:blip>
          <a:srcRect/>
          <a:stretch/>
        </p:blipFill>
        <p:spPr>
          <a:xfrm>
            <a:off x="8927548" y="10771851"/>
            <a:ext cx="5081124" cy="1400876"/>
          </a:xfrm>
          <a:prstGeom prst="rect">
            <a:avLst/>
          </a:prstGeom>
          <a:noFill/>
          <a:ln>
            <a:noFill/>
          </a:ln>
        </p:spPr>
      </p:pic>
      <p:sp>
        <p:nvSpPr>
          <p:cNvPr id="108" name="Google Shape;108;p13"/>
          <p:cNvSpPr/>
          <p:nvPr/>
        </p:nvSpPr>
        <p:spPr>
          <a:xfrm>
            <a:off x="8706170" y="10198281"/>
            <a:ext cx="6112800" cy="441600"/>
          </a:xfrm>
          <a:prstGeom prst="roundRect">
            <a:avLst>
              <a:gd name="adj" fmla="val 16667"/>
            </a:avLst>
          </a:prstGeom>
          <a:solidFill>
            <a:schemeClr val="lt2"/>
          </a:solid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1300"/>
              <a:buFont typeface="Arial"/>
              <a:buNone/>
            </a:pPr>
            <a:r>
              <a:rPr lang="es-ES" sz="1300" b="1" i="0" u="none" strike="noStrike" cap="none">
                <a:solidFill>
                  <a:srgbClr val="4196C9"/>
                </a:solidFill>
                <a:latin typeface="Arial"/>
                <a:ea typeface="Arial"/>
                <a:cs typeface="Arial"/>
                <a:sym typeface="Arial"/>
              </a:rPr>
              <a:t>Figura 1. </a:t>
            </a:r>
            <a:r>
              <a:rPr lang="es-ES" sz="1300" b="0" i="0" u="none" strike="noStrike" cap="none">
                <a:solidFill>
                  <a:schemeClr val="dk1"/>
                </a:solidFill>
                <a:latin typeface="Arial"/>
                <a:ea typeface="Arial"/>
                <a:cs typeface="Arial"/>
                <a:sym typeface="Arial"/>
              </a:rPr>
              <a:t>Alineamiento múltiple de MC4R con Clustal Omega</a:t>
            </a:r>
            <a:endParaRPr sz="1300" b="0" i="0" u="none" strike="noStrike" cap="none">
              <a:solidFill>
                <a:schemeClr val="dk1"/>
              </a:solidFill>
              <a:latin typeface="Arial"/>
              <a:ea typeface="Arial"/>
              <a:cs typeface="Arial"/>
              <a:sym typeface="Arial"/>
            </a:endParaRPr>
          </a:p>
        </p:txBody>
      </p:sp>
      <p:sp>
        <p:nvSpPr>
          <p:cNvPr id="109" name="Google Shape;109;p13"/>
          <p:cNvSpPr/>
          <p:nvPr/>
        </p:nvSpPr>
        <p:spPr>
          <a:xfrm>
            <a:off x="481641" y="14027447"/>
            <a:ext cx="5196000" cy="354300"/>
          </a:xfrm>
          <a:prstGeom prst="roundRect">
            <a:avLst>
              <a:gd name="adj" fmla="val 16667"/>
            </a:avLst>
          </a:prstGeom>
          <a:solidFill>
            <a:schemeClr val="lt2"/>
          </a:solid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1300"/>
              <a:buFont typeface="Arial"/>
              <a:buNone/>
            </a:pPr>
            <a:r>
              <a:rPr lang="es-ES" sz="1300" b="1" i="0" u="none" strike="noStrike" cap="none" dirty="0">
                <a:solidFill>
                  <a:srgbClr val="4196C9"/>
                </a:solidFill>
                <a:latin typeface="Arial"/>
                <a:ea typeface="Arial"/>
                <a:cs typeface="Arial"/>
                <a:sym typeface="Arial"/>
              </a:rPr>
              <a:t>Figura 3. </a:t>
            </a:r>
            <a:r>
              <a:rPr lang="es-ES" sz="1300" b="0" i="0" u="none" strike="noStrike" cap="none" dirty="0">
                <a:solidFill>
                  <a:schemeClr val="dk1"/>
                </a:solidFill>
                <a:latin typeface="Arial"/>
                <a:ea typeface="Arial"/>
                <a:cs typeface="Arial"/>
                <a:sym typeface="Arial"/>
              </a:rPr>
              <a:t>Vía de señalización </a:t>
            </a:r>
            <a:r>
              <a:rPr lang="es-ES" sz="1300" b="0" i="0" u="none" strike="noStrike" cap="none" dirty="0" err="1">
                <a:solidFill>
                  <a:schemeClr val="dk1"/>
                </a:solidFill>
                <a:latin typeface="Arial"/>
                <a:ea typeface="Arial"/>
                <a:cs typeface="Arial"/>
                <a:sym typeface="Arial"/>
              </a:rPr>
              <a:t>leptina-melanocortina</a:t>
            </a:r>
            <a:endParaRPr sz="1300" b="0" i="0" u="none" strike="noStrike" cap="none" dirty="0">
              <a:solidFill>
                <a:schemeClr val="dk1"/>
              </a:solidFill>
              <a:latin typeface="Arial"/>
              <a:ea typeface="Arial"/>
              <a:cs typeface="Arial"/>
              <a:sym typeface="Arial"/>
            </a:endParaRPr>
          </a:p>
        </p:txBody>
      </p:sp>
      <p:pic>
        <p:nvPicPr>
          <p:cNvPr id="110" name="Google Shape;110;p13"/>
          <p:cNvPicPr preferRelativeResize="0"/>
          <p:nvPr/>
        </p:nvPicPr>
        <p:blipFill rotWithShape="1">
          <a:blip r:embed="rId7">
            <a:alphaModFix/>
          </a:blip>
          <a:srcRect t="1759" b="5377"/>
          <a:stretch/>
        </p:blipFill>
        <p:spPr>
          <a:xfrm>
            <a:off x="912900" y="14341527"/>
            <a:ext cx="5481620" cy="3070839"/>
          </a:xfrm>
          <a:prstGeom prst="rect">
            <a:avLst/>
          </a:prstGeom>
          <a:noFill/>
          <a:ln>
            <a:noFill/>
          </a:ln>
        </p:spPr>
      </p:pic>
      <p:grpSp>
        <p:nvGrpSpPr>
          <p:cNvPr id="111" name="Google Shape;111;p13"/>
          <p:cNvGrpSpPr/>
          <p:nvPr/>
        </p:nvGrpSpPr>
        <p:grpSpPr>
          <a:xfrm>
            <a:off x="6540275" y="2746173"/>
            <a:ext cx="8338182" cy="4289262"/>
            <a:chOff x="127017" y="5508913"/>
            <a:chExt cx="14430914" cy="2873300"/>
          </a:xfrm>
        </p:grpSpPr>
        <p:sp>
          <p:nvSpPr>
            <p:cNvPr id="112" name="Google Shape;112;p13"/>
            <p:cNvSpPr/>
            <p:nvPr/>
          </p:nvSpPr>
          <p:spPr>
            <a:xfrm>
              <a:off x="127031" y="5871213"/>
              <a:ext cx="14430900" cy="2511000"/>
            </a:xfrm>
            <a:prstGeom prst="roundRect">
              <a:avLst>
                <a:gd name="adj" fmla="val 9702"/>
              </a:avLst>
            </a:prstGeom>
            <a:solidFill>
              <a:schemeClr val="lt1"/>
            </a:solidFill>
            <a:ln>
              <a:noFill/>
            </a:ln>
          </p:spPr>
          <p:txBody>
            <a:bodyPr spcFirstLastPara="1" wrap="square" lIns="91425" tIns="360000" rIns="91425" bIns="45700" anchor="t" anchorCtr="0">
              <a:noAutofit/>
            </a:bodyPr>
            <a:lstStyle/>
            <a:p>
              <a:pPr marL="0" marR="0" lvl="0" indent="0" algn="just" rtl="0">
                <a:lnSpc>
                  <a:spcPct val="80000"/>
                </a:lnSpc>
                <a:spcBef>
                  <a:spcPts val="0"/>
                </a:spcBef>
                <a:spcAft>
                  <a:spcPts val="0"/>
                </a:spcAft>
                <a:buClr>
                  <a:srgbClr val="000000"/>
                </a:buClr>
                <a:buSzPts val="1800"/>
                <a:buFont typeface="Arial"/>
                <a:buNone/>
              </a:pPr>
              <a:r>
                <a:rPr lang="es-ES" sz="1800" b="0" i="1" u="none" strike="noStrike" cap="none">
                  <a:solidFill>
                    <a:schemeClr val="dk1"/>
                  </a:solidFill>
                  <a:latin typeface="Arial"/>
                  <a:ea typeface="Arial"/>
                  <a:cs typeface="Arial"/>
                  <a:sym typeface="Arial"/>
                </a:rPr>
                <a:t>Las variantes de cada individuo se anotaron con </a:t>
              </a:r>
              <a:r>
                <a:rPr lang="es-ES" sz="1800" b="1" i="1" u="none" strike="noStrike" cap="none">
                  <a:solidFill>
                    <a:schemeClr val="dk1"/>
                  </a:solidFill>
                  <a:latin typeface="Arial"/>
                  <a:ea typeface="Arial"/>
                  <a:cs typeface="Arial"/>
                  <a:sym typeface="Arial"/>
                </a:rPr>
                <a:t>Ensembl VEP</a:t>
              </a:r>
              <a:r>
                <a:rPr lang="es-ES" sz="1800" b="0" i="1" u="none" strike="noStrike" cap="none">
                  <a:solidFill>
                    <a:schemeClr val="dk1"/>
                  </a:solidFill>
                  <a:latin typeface="Arial"/>
                  <a:ea typeface="Arial"/>
                  <a:cs typeface="Arial"/>
                  <a:sym typeface="Arial"/>
                </a:rPr>
                <a:t> (ensamblado GRCh38, transcritos Ensembl/GENCODE), activando nomenclatura HGVS, frecuencias de 1000 Genomas y gnomAD, y predictores SIFT y PolyPhen. La cigosidad se determinó a partir del campo AD (profundidad alélica) del VCF, y la frecuencia alélica se confirmó en el </a:t>
              </a:r>
              <a:r>
                <a:rPr lang="es-ES" sz="1800" b="1" i="1" u="none" strike="noStrike" cap="none">
                  <a:solidFill>
                    <a:schemeClr val="dk1"/>
                  </a:solidFill>
                  <a:latin typeface="Arial"/>
                  <a:ea typeface="Arial"/>
                  <a:cs typeface="Arial"/>
                  <a:sym typeface="Arial"/>
                </a:rPr>
                <a:t>gnomAD browser </a:t>
              </a:r>
              <a:r>
                <a:rPr lang="es-ES" sz="1800" b="0" i="1" u="none" strike="noStrike" cap="none">
                  <a:solidFill>
                    <a:schemeClr val="dk1"/>
                  </a:solidFill>
                  <a:latin typeface="Arial"/>
                  <a:ea typeface="Arial"/>
                  <a:cs typeface="Arial"/>
                  <a:sym typeface="Arial"/>
                </a:rPr>
                <a:t>(v4.1.1).</a:t>
              </a:r>
              <a:endParaRPr sz="1400" b="0" i="0" u="none" strike="noStrike" cap="none">
                <a:solidFill>
                  <a:srgbClr val="000000"/>
                </a:solidFill>
                <a:latin typeface="Arial"/>
                <a:ea typeface="Arial"/>
                <a:cs typeface="Arial"/>
                <a:sym typeface="Arial"/>
              </a:endParaRPr>
            </a:p>
            <a:p>
              <a:pPr marL="0" marR="0" lvl="0" indent="0" algn="just" rtl="0">
                <a:lnSpc>
                  <a:spcPct val="80000"/>
                </a:lnSpc>
                <a:spcBef>
                  <a:spcPts val="0"/>
                </a:spcBef>
                <a:spcAft>
                  <a:spcPts val="0"/>
                </a:spcAft>
                <a:buClr>
                  <a:srgbClr val="000000"/>
                </a:buClr>
                <a:buSzPts val="1800"/>
                <a:buFont typeface="Arial"/>
                <a:buNone/>
              </a:pPr>
              <a:r>
                <a:rPr lang="es-ES" sz="1800" b="0" i="1" u="none" strike="noStrike" cap="none">
                  <a:solidFill>
                    <a:schemeClr val="dk1"/>
                  </a:solidFill>
                  <a:latin typeface="Arial"/>
                  <a:ea typeface="Arial"/>
                  <a:cs typeface="Arial"/>
                  <a:sym typeface="Arial"/>
                </a:rPr>
                <a:t>Sobre el transcrito canónico (MANE Select) de cada gen, las variantes resultaron codificantes (missense y frameshift); las consecuencias intrónicas observadas se restringieron a transcritos alternativos o no codificantes, por lo que no se aplicaron herramientas de análisis de splicing. Según el tipo de variante se profundizó con: </a:t>
              </a:r>
              <a:r>
                <a:rPr lang="es-ES" sz="1800" b="1" i="1" u="none" strike="noStrike" cap="none">
                  <a:solidFill>
                    <a:schemeClr val="dk1"/>
                  </a:solidFill>
                  <a:latin typeface="Arial"/>
                  <a:ea typeface="Arial"/>
                  <a:cs typeface="Arial"/>
                  <a:sym typeface="Arial"/>
                </a:rPr>
                <a:t>Clustal Omega </a:t>
              </a:r>
              <a:r>
                <a:rPr lang="es-ES" sz="1800" b="0" i="1" u="none" strike="noStrike" cap="none">
                  <a:solidFill>
                    <a:schemeClr val="dk1"/>
                  </a:solidFill>
                  <a:latin typeface="Arial"/>
                  <a:ea typeface="Arial"/>
                  <a:cs typeface="Arial"/>
                  <a:sym typeface="Arial"/>
                </a:rPr>
                <a:t>(conservación del residuo, missense), </a:t>
              </a:r>
              <a:r>
                <a:rPr lang="es-ES" sz="1800" b="1" i="1" u="none" strike="noStrike" cap="none">
                  <a:solidFill>
                    <a:schemeClr val="dk1"/>
                  </a:solidFill>
                  <a:latin typeface="Arial"/>
                  <a:ea typeface="Arial"/>
                  <a:cs typeface="Arial"/>
                  <a:sym typeface="Arial"/>
                </a:rPr>
                <a:t>UniProt</a:t>
              </a:r>
              <a:r>
                <a:rPr lang="es-ES" sz="1800" b="0" i="1" u="none" strike="noStrike" cap="none">
                  <a:solidFill>
                    <a:schemeClr val="dk1"/>
                  </a:solidFill>
                  <a:latin typeface="Arial"/>
                  <a:ea typeface="Arial"/>
                  <a:cs typeface="Arial"/>
                  <a:sym typeface="Arial"/>
                </a:rPr>
                <a:t> (dominios proteicos: P32245 MC4R, P48357 LEPR), </a:t>
              </a:r>
              <a:r>
                <a:rPr lang="es-ES" sz="1800" b="1" i="1" u="none" strike="noStrike" cap="none">
                  <a:solidFill>
                    <a:schemeClr val="dk1"/>
                  </a:solidFill>
                  <a:latin typeface="Arial"/>
                  <a:ea typeface="Arial"/>
                  <a:cs typeface="Arial"/>
                  <a:sym typeface="Arial"/>
                </a:rPr>
                <a:t>biomodel</a:t>
              </a:r>
              <a:r>
                <a:rPr lang="es-ES" sz="1800" b="0" i="1" u="none" strike="noStrike" cap="none">
                  <a:solidFill>
                    <a:schemeClr val="dk1"/>
                  </a:solidFill>
                  <a:latin typeface="Arial"/>
                  <a:ea typeface="Arial"/>
                  <a:cs typeface="Arial"/>
                  <a:sym typeface="Arial"/>
                </a:rPr>
                <a:t> (traducción de la secuencia normal y mutada, deleción), </a:t>
              </a:r>
              <a:r>
                <a:rPr lang="es-ES" sz="1800" b="1" i="1" u="none" strike="noStrike" cap="none">
                  <a:solidFill>
                    <a:schemeClr val="dk1"/>
                  </a:solidFill>
                  <a:latin typeface="Arial"/>
                  <a:ea typeface="Arial"/>
                  <a:cs typeface="Arial"/>
                  <a:sym typeface="Arial"/>
                </a:rPr>
                <a:t>OMIM</a:t>
              </a:r>
              <a:r>
                <a:rPr lang="es-ES" sz="1800" b="0" i="1" u="none" strike="noStrike" cap="none">
                  <a:solidFill>
                    <a:schemeClr val="dk1"/>
                  </a:solidFill>
                  <a:latin typeface="Arial"/>
                  <a:ea typeface="Arial"/>
                  <a:cs typeface="Arial"/>
                  <a:sym typeface="Arial"/>
                </a:rPr>
                <a:t> (asociación a enfermedad y herencia) y </a:t>
              </a:r>
              <a:r>
                <a:rPr lang="es-ES" sz="1800" b="1" i="1" u="none" strike="noStrike" cap="none">
                  <a:solidFill>
                    <a:schemeClr val="dk1"/>
                  </a:solidFill>
                  <a:latin typeface="Arial"/>
                  <a:ea typeface="Arial"/>
                  <a:cs typeface="Arial"/>
                  <a:sym typeface="Arial"/>
                </a:rPr>
                <a:t>KEGG</a:t>
              </a:r>
              <a:r>
                <a:rPr lang="es-ES" sz="1800" b="0" i="1" u="none" strike="noStrike" cap="none">
                  <a:solidFill>
                    <a:schemeClr val="dk1"/>
                  </a:solidFill>
                  <a:latin typeface="Arial"/>
                  <a:ea typeface="Arial"/>
                  <a:cs typeface="Arial"/>
                  <a:sym typeface="Arial"/>
                </a:rPr>
                <a:t> / </a:t>
              </a:r>
              <a:r>
                <a:rPr lang="es-ES" sz="1800" b="1" i="1" u="none" strike="noStrike" cap="none">
                  <a:solidFill>
                    <a:schemeClr val="dk1"/>
                  </a:solidFill>
                  <a:latin typeface="Arial"/>
                  <a:ea typeface="Arial"/>
                  <a:cs typeface="Arial"/>
                  <a:sym typeface="Arial"/>
                </a:rPr>
                <a:t>Reactome</a:t>
              </a:r>
              <a:r>
                <a:rPr lang="es-ES" sz="1800" b="0" i="1" u="none" strike="noStrike" cap="none">
                  <a:solidFill>
                    <a:schemeClr val="dk1"/>
                  </a:solidFill>
                  <a:latin typeface="Arial"/>
                  <a:ea typeface="Arial"/>
                  <a:cs typeface="Arial"/>
                  <a:sym typeface="Arial"/>
                </a:rPr>
                <a:t> (ruta molecular).</a:t>
              </a:r>
              <a:endParaRPr sz="1400" b="0" i="0" u="none" strike="noStrike" cap="none">
                <a:solidFill>
                  <a:srgbClr val="000000"/>
                </a:solidFill>
                <a:latin typeface="Arial"/>
                <a:ea typeface="Arial"/>
                <a:cs typeface="Arial"/>
                <a:sym typeface="Arial"/>
              </a:endParaRPr>
            </a:p>
          </p:txBody>
        </p:sp>
        <p:sp>
          <p:nvSpPr>
            <p:cNvPr id="113" name="Google Shape;113;p13"/>
            <p:cNvSpPr/>
            <p:nvPr/>
          </p:nvSpPr>
          <p:spPr>
            <a:xfrm>
              <a:off x="127017" y="5508913"/>
              <a:ext cx="5838000" cy="573900"/>
            </a:xfrm>
            <a:prstGeom prst="roundRect">
              <a:avLst>
                <a:gd name="adj" fmla="val 16667"/>
              </a:avLst>
            </a:prstGeom>
            <a:gradFill>
              <a:gsLst>
                <a:gs pos="0">
                  <a:srgbClr val="59C2E3"/>
                </a:gs>
                <a:gs pos="100000">
                  <a:srgbClr val="4196C9"/>
                </a:gs>
              </a:gsLst>
              <a:lin ang="2700000" scaled="0"/>
            </a:gradFill>
            <a:ln w="19050" cap="flat" cmpd="sng">
              <a:solidFill>
                <a:srgbClr val="082836"/>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s-ES" sz="2800" b="1" i="0" u="none" strike="noStrike" cap="none">
                  <a:solidFill>
                    <a:schemeClr val="lt1"/>
                  </a:solidFill>
                  <a:latin typeface="Arial"/>
                  <a:ea typeface="Arial"/>
                  <a:cs typeface="Arial"/>
                  <a:sym typeface="Arial"/>
                </a:rPr>
                <a:t>METODOLOGÍA</a:t>
              </a:r>
              <a:endParaRPr sz="1400" b="0" i="0" u="none" strike="noStrike" cap="none">
                <a:solidFill>
                  <a:srgbClr val="000000"/>
                </a:solidFill>
                <a:latin typeface="Arial"/>
                <a:ea typeface="Arial"/>
                <a:cs typeface="Arial"/>
                <a:sym typeface="Arial"/>
              </a:endParaRPr>
            </a:p>
          </p:txBody>
        </p:sp>
      </p:grpSp>
      <p:sp>
        <p:nvSpPr>
          <p:cNvPr id="114" name="Google Shape;114;p13"/>
          <p:cNvSpPr/>
          <p:nvPr/>
        </p:nvSpPr>
        <p:spPr>
          <a:xfrm>
            <a:off x="12037814" y="10792600"/>
            <a:ext cx="104400" cy="1305300"/>
          </a:xfrm>
          <a:prstGeom prst="rect">
            <a:avLst/>
          </a:prstGeom>
          <a:noFill/>
          <a:ln w="28575" cap="flat" cmpd="sng">
            <a:solidFill>
              <a:srgbClr val="0C0C0C"/>
            </a:solidFill>
            <a:prstDash val="dashDot"/>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5" name="Google Shape;115;p13"/>
          <p:cNvSpPr/>
          <p:nvPr/>
        </p:nvSpPr>
        <p:spPr>
          <a:xfrm>
            <a:off x="10879558" y="12088136"/>
            <a:ext cx="857086" cy="286757"/>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ES" sz="1000" b="1" i="0" u="none" strike="noStrike" cap="none" dirty="0">
                <a:solidFill>
                  <a:schemeClr val="dk1"/>
                </a:solidFill>
                <a:latin typeface="Arial"/>
                <a:ea typeface="Arial"/>
                <a:cs typeface="Arial"/>
                <a:sym typeface="Arial"/>
              </a:rPr>
              <a:t>Prolina 272</a:t>
            </a:r>
            <a:endParaRPr sz="1400" b="1" i="0" u="none" strike="noStrike" cap="none" dirty="0">
              <a:solidFill>
                <a:schemeClr val="dk1"/>
              </a:solidFill>
              <a:latin typeface="Arial"/>
              <a:ea typeface="Arial"/>
              <a:cs typeface="Arial"/>
              <a:sym typeface="Arial"/>
            </a:endParaRPr>
          </a:p>
        </p:txBody>
      </p:sp>
      <p:cxnSp>
        <p:nvCxnSpPr>
          <p:cNvPr id="116" name="Google Shape;116;p13"/>
          <p:cNvCxnSpPr/>
          <p:nvPr/>
        </p:nvCxnSpPr>
        <p:spPr>
          <a:xfrm rot="10800000" flipH="1">
            <a:off x="11678423" y="12154594"/>
            <a:ext cx="198300" cy="131100"/>
          </a:xfrm>
          <a:prstGeom prst="straightConnector1">
            <a:avLst/>
          </a:prstGeom>
          <a:noFill/>
          <a:ln w="28575" cap="flat" cmpd="sng">
            <a:solidFill>
              <a:schemeClr val="dk1"/>
            </a:solidFill>
            <a:prstDash val="solid"/>
            <a:round/>
            <a:headEnd type="none" w="sm" len="sm"/>
            <a:tailEnd type="triangle" w="med" len="med"/>
          </a:ln>
        </p:spPr>
      </p:cxnSp>
      <p:pic>
        <p:nvPicPr>
          <p:cNvPr id="117" name="Google Shape;117;p13"/>
          <p:cNvPicPr preferRelativeResize="0"/>
          <p:nvPr/>
        </p:nvPicPr>
        <p:blipFill rotWithShape="1">
          <a:blip r:embed="rId8">
            <a:alphaModFix/>
          </a:blip>
          <a:srcRect l="1328" t="18615" r="881" b="1633"/>
          <a:stretch/>
        </p:blipFill>
        <p:spPr>
          <a:xfrm>
            <a:off x="8706125" y="15386059"/>
            <a:ext cx="6112851" cy="2812525"/>
          </a:xfrm>
          <a:prstGeom prst="rect">
            <a:avLst/>
          </a:prstGeom>
          <a:noFill/>
          <a:ln>
            <a:noFill/>
          </a:ln>
        </p:spPr>
      </p:pic>
      <p:sp>
        <p:nvSpPr>
          <p:cNvPr id="118" name="Google Shape;118;p13"/>
          <p:cNvSpPr/>
          <p:nvPr/>
        </p:nvSpPr>
        <p:spPr>
          <a:xfrm>
            <a:off x="8719882" y="14901961"/>
            <a:ext cx="5973000" cy="373500"/>
          </a:xfrm>
          <a:prstGeom prst="roundRect">
            <a:avLst>
              <a:gd name="adj" fmla="val 16667"/>
            </a:avLst>
          </a:prstGeom>
          <a:solidFill>
            <a:schemeClr val="lt2"/>
          </a:solid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None/>
            </a:pPr>
            <a:r>
              <a:rPr lang="es-ES" sz="1300" b="1" i="0" u="none" strike="noStrike" cap="none" dirty="0">
                <a:solidFill>
                  <a:srgbClr val="4196C9"/>
                </a:solidFill>
                <a:latin typeface="Arial"/>
                <a:ea typeface="Arial"/>
                <a:cs typeface="Arial"/>
                <a:sym typeface="Arial"/>
              </a:rPr>
              <a:t>Figura 2. </a:t>
            </a:r>
            <a:r>
              <a:rPr lang="es-ES" sz="1300" b="0" i="0" u="none" strike="noStrike" cap="none" dirty="0">
                <a:solidFill>
                  <a:schemeClr val="dk1"/>
                </a:solidFill>
                <a:latin typeface="Arial"/>
                <a:ea typeface="Arial"/>
                <a:cs typeface="Arial"/>
                <a:sym typeface="Arial"/>
              </a:rPr>
              <a:t>Dominios de la proteína LEPR WT vs. Truncada (modificado de </a:t>
            </a:r>
            <a:r>
              <a:rPr lang="es-ES" sz="1300" b="0" i="0" u="none" strike="noStrike" cap="none" dirty="0" err="1">
                <a:solidFill>
                  <a:schemeClr val="dk1"/>
                </a:solidFill>
                <a:latin typeface="Arial"/>
                <a:ea typeface="Arial"/>
                <a:cs typeface="Arial"/>
                <a:sym typeface="Arial"/>
              </a:rPr>
              <a:t>Biomodel</a:t>
            </a:r>
            <a:r>
              <a:rPr lang="es-ES" sz="1300" b="0" i="0" u="none" strike="noStrike" cap="none" dirty="0">
                <a:solidFill>
                  <a:schemeClr val="dk1"/>
                </a:solidFill>
                <a:latin typeface="Arial"/>
                <a:ea typeface="Arial"/>
                <a:cs typeface="Arial"/>
                <a:sym typeface="Arial"/>
              </a:rPr>
              <a:t>/</a:t>
            </a:r>
            <a:r>
              <a:rPr lang="es-ES" sz="1300" b="0" i="0" u="none" strike="noStrike" cap="none" dirty="0" err="1">
                <a:solidFill>
                  <a:schemeClr val="dk1"/>
                </a:solidFill>
                <a:latin typeface="Arial"/>
                <a:ea typeface="Arial"/>
                <a:cs typeface="Arial"/>
                <a:sym typeface="Arial"/>
              </a:rPr>
              <a:t>UniProt</a:t>
            </a:r>
            <a:r>
              <a:rPr lang="es-ES" sz="1300" b="0" i="0" u="none" strike="noStrike" cap="none" dirty="0">
                <a:solidFill>
                  <a:schemeClr val="dk1"/>
                </a:solidFill>
                <a:latin typeface="Arial"/>
                <a:ea typeface="Arial"/>
                <a:cs typeface="Arial"/>
                <a:sym typeface="Arial"/>
              </a:rPr>
              <a:t>). Figura generada utilizando MATLAB</a:t>
            </a:r>
            <a:endParaRPr sz="1300" b="0" i="0" u="none" strike="noStrike" cap="none" dirty="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Tema de Offic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932</Words>
  <Application>Microsoft Office PowerPoint</Application>
  <PresentationFormat>Personalizado</PresentationFormat>
  <Paragraphs>87</Paragraphs>
  <Slides>1</Slides>
  <Notes>1</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vt:i4>
      </vt:variant>
    </vt:vector>
  </HeadingPairs>
  <TitlesOfParts>
    <vt:vector size="4" baseType="lpstr">
      <vt:lpstr>Play</vt:lpstr>
      <vt:lpstr>Arial</vt:lpstr>
      <vt:lpstr>Tema de Office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Usuario</cp:lastModifiedBy>
  <cp:revision>3</cp:revision>
  <dcterms:modified xsi:type="dcterms:W3CDTF">2026-06-16T21:48:07Z</dcterms:modified>
</cp:coreProperties>
</file>